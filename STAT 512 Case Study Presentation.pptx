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22"/>
  </p:notesMasterIdLst>
  <p:sldIdLst>
    <p:sldId id="256" r:id="rId2"/>
    <p:sldId id="257" r:id="rId3"/>
    <p:sldId id="258" r:id="rId4"/>
    <p:sldId id="260" r:id="rId5"/>
    <p:sldId id="261" r:id="rId6"/>
    <p:sldId id="263" r:id="rId7"/>
    <p:sldId id="265" r:id="rId8"/>
    <p:sldId id="266" r:id="rId9"/>
    <p:sldId id="267" r:id="rId10"/>
    <p:sldId id="270" r:id="rId11"/>
    <p:sldId id="271" r:id="rId12"/>
    <p:sldId id="269" r:id="rId13"/>
    <p:sldId id="278" r:id="rId14"/>
    <p:sldId id="276" r:id="rId15"/>
    <p:sldId id="272" r:id="rId16"/>
    <p:sldId id="277" r:id="rId17"/>
    <p:sldId id="268"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DBEEE3-F028-4C1B-A375-A1B0FE19FE8C}" v="1227" dt="2025-12-09T15:47:38.084"/>
    <p1510:client id="{1BA43197-711F-462E-9BBC-7CC2311F6FB2}" v="1474" dt="2025-12-09T15:28:49.661"/>
    <p1510:client id="{2011D597-C292-45F0-B815-2F2CD8F34921}" v="1227" dt="2025-12-09T16:09:16.687"/>
    <p1510:client id="{2855E858-1651-49FB-A37E-502394CF162B}" v="549" dt="2025-12-09T16:31:40.163"/>
    <p1510:client id="{300F8057-F8AC-4557-9FA3-D1DC7C0C3B05}" v="457" dt="2025-12-09T03:29:21.874"/>
    <p1510:client id="{391EA4BF-51A7-4093-89A5-FEB01E9DE1FC}" v="1721" dt="2025-12-09T02:36:07.877"/>
    <p1510:client id="{53F08735-3FA5-490A-B113-970B9F41559C}" v="699" dt="2025-12-09T05:04:00.761"/>
    <p1510:client id="{5C87A1F1-01FD-478C-85BB-C4005EAF9FDF}" v="709" dt="2025-12-09T13:53:58.478"/>
    <p1510:client id="{5E56C2F4-32EB-47C7-B3F7-13389C14AE15}" v="42" dt="2025-12-09T17:04:46.444"/>
    <p1510:client id="{6F53E1F8-4E00-427C-8500-818400D6CC09}" v="371" dt="2025-12-09T13:43:03.530"/>
    <p1510:client id="{881698F4-D94B-410A-B71D-113C4A5C52AE}" v="199" dt="2025-12-08T17:37:01.133"/>
    <p1510:client id="{A71E12DC-73E7-457A-B5E0-26C7AE055A3A}" v="11" dt="2025-12-09T17:10:53.830"/>
    <p1510:client id="{AEBA5387-B55A-4656-B9E5-A01178B0A5D8}" v="17" dt="2025-12-09T16:58:56.473"/>
    <p1510:client id="{BDFAB38D-AE0A-436F-838C-69278BCF9529}" v="1320" dt="2025-12-09T03:05:52.027"/>
    <p1510:client id="{C07366C9-8526-4A09-BF25-4947191B4ACE}" v="11" dt="2025-12-09T16:58:15.563"/>
    <p1510:client id="{CFF60F1D-4518-4F43-A0F1-BE67D34DF793}" v="2357" dt="2025-12-09T04:05:22.5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300F8057-F8AC-4557-9FA3-D1DC7C0C3B05}"/>
    <pc:docChg chg="modSld">
      <pc:chgData name="" userId="" providerId="" clId="Web-{300F8057-F8AC-4557-9FA3-D1DC7C0C3B05}" dt="2025-12-09T02:47:10.702" v="0" actId="20577"/>
      <pc:docMkLst>
        <pc:docMk/>
      </pc:docMkLst>
      <pc:sldChg chg="modSp">
        <pc:chgData name="" userId="" providerId="" clId="Web-{300F8057-F8AC-4557-9FA3-D1DC7C0C3B05}" dt="2025-12-09T02:47:10.702" v="0" actId="20577"/>
        <pc:sldMkLst>
          <pc:docMk/>
          <pc:sldMk cId="109857222" sldId="256"/>
        </pc:sldMkLst>
        <pc:spChg chg="mod">
          <ac:chgData name="" userId="" providerId="" clId="Web-{300F8057-F8AC-4557-9FA3-D1DC7C0C3B05}" dt="2025-12-09T02:47:10.702" v="0" actId="20577"/>
          <ac:spMkLst>
            <pc:docMk/>
            <pc:sldMk cId="109857222" sldId="256"/>
            <ac:spMk id="3" creationId="{00000000-0000-0000-0000-000000000000}"/>
          </ac:spMkLst>
        </pc:spChg>
      </pc:sldChg>
    </pc:docChg>
  </pc:docChgLst>
  <pc:docChgLst>
    <pc:chgData name="Olivia Rose Harper" userId="CBx6f2DXmpzgAAomXMAKlkWdYSG4A3OFHk1+uBzOK5s=" providerId="None" clId="Web-{6F53E1F8-4E00-427C-8500-818400D6CC09}"/>
    <pc:docChg chg="modSld">
      <pc:chgData name="Olivia Rose Harper" userId="CBx6f2DXmpzgAAomXMAKlkWdYSG4A3OFHk1+uBzOK5s=" providerId="None" clId="Web-{6F53E1F8-4E00-427C-8500-818400D6CC09}" dt="2025-12-09T13:43:03.530" v="206" actId="20577"/>
      <pc:docMkLst>
        <pc:docMk/>
      </pc:docMkLst>
      <pc:sldChg chg="modSp">
        <pc:chgData name="Olivia Rose Harper" userId="CBx6f2DXmpzgAAomXMAKlkWdYSG4A3OFHk1+uBzOK5s=" providerId="None" clId="Web-{6F53E1F8-4E00-427C-8500-818400D6CC09}" dt="2025-12-09T13:30:34.887" v="2" actId="20577"/>
        <pc:sldMkLst>
          <pc:docMk/>
          <pc:sldMk cId="1442742431" sldId="260"/>
        </pc:sldMkLst>
        <pc:spChg chg="mod">
          <ac:chgData name="Olivia Rose Harper" userId="CBx6f2DXmpzgAAomXMAKlkWdYSG4A3OFHk1+uBzOK5s=" providerId="None" clId="Web-{6F53E1F8-4E00-427C-8500-818400D6CC09}" dt="2025-12-09T13:30:34.887" v="2" actId="20577"/>
          <ac:spMkLst>
            <pc:docMk/>
            <pc:sldMk cId="1442742431" sldId="260"/>
            <ac:spMk id="76" creationId="{6143B13C-3593-959A-F107-ABD884EEC0EB}"/>
          </ac:spMkLst>
        </pc:spChg>
      </pc:sldChg>
      <pc:sldChg chg="modSp">
        <pc:chgData name="Olivia Rose Harper" userId="CBx6f2DXmpzgAAomXMAKlkWdYSG4A3OFHk1+uBzOK5s=" providerId="None" clId="Web-{6F53E1F8-4E00-427C-8500-818400D6CC09}" dt="2025-12-09T13:30:24.793" v="1" actId="20577"/>
        <pc:sldMkLst>
          <pc:docMk/>
          <pc:sldMk cId="2350905346" sldId="263"/>
        </pc:sldMkLst>
        <pc:spChg chg="mod">
          <ac:chgData name="Olivia Rose Harper" userId="CBx6f2DXmpzgAAomXMAKlkWdYSG4A3OFHk1+uBzOK5s=" providerId="None" clId="Web-{6F53E1F8-4E00-427C-8500-818400D6CC09}" dt="2025-12-09T13:30:24.793" v="1" actId="20577"/>
          <ac:spMkLst>
            <pc:docMk/>
            <pc:sldMk cId="2350905346" sldId="263"/>
            <ac:spMk id="76" creationId="{C77A475B-B347-CB1A-BBA7-F1C4708DB043}"/>
          </ac:spMkLst>
        </pc:spChg>
      </pc:sldChg>
      <pc:sldChg chg="addSp modSp">
        <pc:chgData name="Olivia Rose Harper" userId="CBx6f2DXmpzgAAomXMAKlkWdYSG4A3OFHk1+uBzOK5s=" providerId="None" clId="Web-{6F53E1F8-4E00-427C-8500-818400D6CC09}" dt="2025-12-09T13:36:11.845" v="101" actId="14100"/>
        <pc:sldMkLst>
          <pc:docMk/>
          <pc:sldMk cId="2856400240" sldId="270"/>
        </pc:sldMkLst>
        <pc:spChg chg="add mod">
          <ac:chgData name="Olivia Rose Harper" userId="CBx6f2DXmpzgAAomXMAKlkWdYSG4A3OFHk1+uBzOK5s=" providerId="None" clId="Web-{6F53E1F8-4E00-427C-8500-818400D6CC09}" dt="2025-12-09T13:34:54.501" v="86"/>
          <ac:spMkLst>
            <pc:docMk/>
            <pc:sldMk cId="2856400240" sldId="270"/>
            <ac:spMk id="3" creationId="{3E7D2713-A22E-4683-BB01-FCC1671D6BC9}"/>
          </ac:spMkLst>
        </pc:spChg>
        <pc:spChg chg="add mod">
          <ac:chgData name="Olivia Rose Harper" userId="CBx6f2DXmpzgAAomXMAKlkWdYSG4A3OFHk1+uBzOK5s=" providerId="None" clId="Web-{6F53E1F8-4E00-427C-8500-818400D6CC09}" dt="2025-12-09T13:35:31.345" v="94" actId="14100"/>
          <ac:spMkLst>
            <pc:docMk/>
            <pc:sldMk cId="2856400240" sldId="270"/>
            <ac:spMk id="4" creationId="{EA7FB2FA-DD71-4301-6B1C-19329E0DA777}"/>
          </ac:spMkLst>
        </pc:spChg>
        <pc:spChg chg="add mod">
          <ac:chgData name="Olivia Rose Harper" userId="CBx6f2DXmpzgAAomXMAKlkWdYSG4A3OFHk1+uBzOK5s=" providerId="None" clId="Web-{6F53E1F8-4E00-427C-8500-818400D6CC09}" dt="2025-12-09T13:35:48.298" v="97" actId="14100"/>
          <ac:spMkLst>
            <pc:docMk/>
            <pc:sldMk cId="2856400240" sldId="270"/>
            <ac:spMk id="5" creationId="{188601BC-9361-DE4A-E850-10ED2CAC154F}"/>
          </ac:spMkLst>
        </pc:spChg>
        <pc:spChg chg="add mod">
          <ac:chgData name="Olivia Rose Harper" userId="CBx6f2DXmpzgAAomXMAKlkWdYSG4A3OFHk1+uBzOK5s=" providerId="None" clId="Web-{6F53E1F8-4E00-427C-8500-818400D6CC09}" dt="2025-12-09T13:36:11.845" v="101" actId="14100"/>
          <ac:spMkLst>
            <pc:docMk/>
            <pc:sldMk cId="2856400240" sldId="270"/>
            <ac:spMk id="6" creationId="{4ED4C1B5-8FC6-8942-852F-25B29B477C00}"/>
          </ac:spMkLst>
        </pc:spChg>
        <pc:picChg chg="mod">
          <ac:chgData name="Olivia Rose Harper" userId="CBx6f2DXmpzgAAomXMAKlkWdYSG4A3OFHk1+uBzOK5s=" providerId="None" clId="Web-{6F53E1F8-4E00-427C-8500-818400D6CC09}" dt="2025-12-09T13:35:12.892" v="89" actId="1076"/>
          <ac:picMkLst>
            <pc:docMk/>
            <pc:sldMk cId="2856400240" sldId="270"/>
            <ac:picMk id="9" creationId="{F67BADAD-BF79-A60B-D06D-91408AA4803A}"/>
          </ac:picMkLst>
        </pc:picChg>
        <pc:picChg chg="mod">
          <ac:chgData name="Olivia Rose Harper" userId="CBx6f2DXmpzgAAomXMAKlkWdYSG4A3OFHk1+uBzOK5s=" providerId="None" clId="Web-{6F53E1F8-4E00-427C-8500-818400D6CC09}" dt="2025-12-09T13:35:53.673" v="98" actId="14100"/>
          <ac:picMkLst>
            <pc:docMk/>
            <pc:sldMk cId="2856400240" sldId="270"/>
            <ac:picMk id="12" creationId="{C975830A-BDAB-6E05-94F4-FC44134AAAAC}"/>
          </ac:picMkLst>
        </pc:picChg>
        <pc:picChg chg="mod">
          <ac:chgData name="Olivia Rose Harper" userId="CBx6f2DXmpzgAAomXMAKlkWdYSG4A3OFHk1+uBzOK5s=" providerId="None" clId="Web-{6F53E1F8-4E00-427C-8500-818400D6CC09}" dt="2025-12-09T13:35:20.189" v="92" actId="1076"/>
          <ac:picMkLst>
            <pc:docMk/>
            <pc:sldMk cId="2856400240" sldId="270"/>
            <ac:picMk id="13" creationId="{B8D06274-7679-A0D5-7F46-D2F98AEB5AF8}"/>
          </ac:picMkLst>
        </pc:picChg>
      </pc:sldChg>
      <pc:sldChg chg="addSp modSp">
        <pc:chgData name="Olivia Rose Harper" userId="CBx6f2DXmpzgAAomXMAKlkWdYSG4A3OFHk1+uBzOK5s=" providerId="None" clId="Web-{6F53E1F8-4E00-427C-8500-818400D6CC09}" dt="2025-12-09T13:37:48.552" v="114" actId="1076"/>
        <pc:sldMkLst>
          <pc:docMk/>
          <pc:sldMk cId="3026446124" sldId="271"/>
        </pc:sldMkLst>
        <pc:spChg chg="add mod">
          <ac:chgData name="Olivia Rose Harper" userId="CBx6f2DXmpzgAAomXMAKlkWdYSG4A3OFHk1+uBzOK5s=" providerId="None" clId="Web-{6F53E1F8-4E00-427C-8500-818400D6CC09}" dt="2025-12-09T13:37:48.552" v="114" actId="1076"/>
          <ac:spMkLst>
            <pc:docMk/>
            <pc:sldMk cId="3026446124" sldId="271"/>
            <ac:spMk id="3" creationId="{21C87D16-5735-0E9E-1764-5DFCC8618DA5}"/>
          </ac:spMkLst>
        </pc:spChg>
        <pc:spChg chg="add mod">
          <ac:chgData name="Olivia Rose Harper" userId="CBx6f2DXmpzgAAomXMAKlkWdYSG4A3OFHk1+uBzOK5s=" providerId="None" clId="Web-{6F53E1F8-4E00-427C-8500-818400D6CC09}" dt="2025-12-09T13:37:25.190" v="112" actId="14100"/>
          <ac:spMkLst>
            <pc:docMk/>
            <pc:sldMk cId="3026446124" sldId="271"/>
            <ac:spMk id="4" creationId="{C079A19D-26C9-181C-A3F0-F27025FC4E67}"/>
          </ac:spMkLst>
        </pc:spChg>
        <pc:spChg chg="add mod">
          <ac:chgData name="Olivia Rose Harper" userId="CBx6f2DXmpzgAAomXMAKlkWdYSG4A3OFHk1+uBzOK5s=" providerId="None" clId="Web-{6F53E1F8-4E00-427C-8500-818400D6CC09}" dt="2025-12-09T13:36:28.861" v="104" actId="14100"/>
          <ac:spMkLst>
            <pc:docMk/>
            <pc:sldMk cId="3026446124" sldId="271"/>
            <ac:spMk id="10" creationId="{C6D08B8E-AA44-F0D1-4650-50EA94291EEB}"/>
          </ac:spMkLst>
        </pc:spChg>
        <pc:spChg chg="add mod">
          <ac:chgData name="Olivia Rose Harper" userId="CBx6f2DXmpzgAAomXMAKlkWdYSG4A3OFHk1+uBzOK5s=" providerId="None" clId="Web-{6F53E1F8-4E00-427C-8500-818400D6CC09}" dt="2025-12-09T13:36:50.924" v="108" actId="14100"/>
          <ac:spMkLst>
            <pc:docMk/>
            <pc:sldMk cId="3026446124" sldId="271"/>
            <ac:spMk id="12" creationId="{40FF613F-A862-3A45-7757-90780EB5C6F0}"/>
          </ac:spMkLst>
        </pc:spChg>
        <pc:picChg chg="mod">
          <ac:chgData name="Olivia Rose Harper" userId="CBx6f2DXmpzgAAomXMAKlkWdYSG4A3OFHk1+uBzOK5s=" providerId="None" clId="Web-{6F53E1F8-4E00-427C-8500-818400D6CC09}" dt="2025-12-09T13:36:55.768" v="109" actId="14100"/>
          <ac:picMkLst>
            <pc:docMk/>
            <pc:sldMk cId="3026446124" sldId="271"/>
            <ac:picMk id="5" creationId="{10DE0E45-6583-F218-E98D-533021F9AD79}"/>
          </ac:picMkLst>
        </pc:picChg>
      </pc:sldChg>
      <pc:sldChg chg="addSp delSp modSp">
        <pc:chgData name="Olivia Rose Harper" userId="CBx6f2DXmpzgAAomXMAKlkWdYSG4A3OFHk1+uBzOK5s=" providerId="None" clId="Web-{6F53E1F8-4E00-427C-8500-818400D6CC09}" dt="2025-12-09T13:43:03.530" v="206" actId="20577"/>
        <pc:sldMkLst>
          <pc:docMk/>
          <pc:sldMk cId="4074864344" sldId="273"/>
        </pc:sldMkLst>
        <pc:spChg chg="del mod">
          <ac:chgData name="Olivia Rose Harper" userId="CBx6f2DXmpzgAAomXMAKlkWdYSG4A3OFHk1+uBzOK5s=" providerId="None" clId="Web-{6F53E1F8-4E00-427C-8500-818400D6CC09}" dt="2025-12-09T13:39:44.144" v="116"/>
          <ac:spMkLst>
            <pc:docMk/>
            <pc:sldMk cId="4074864344" sldId="273"/>
            <ac:spMk id="4" creationId="{E2A31376-0304-AE7A-651A-D1250EF7E720}"/>
          </ac:spMkLst>
        </pc:spChg>
        <pc:spChg chg="mod">
          <ac:chgData name="Olivia Rose Harper" userId="CBx6f2DXmpzgAAomXMAKlkWdYSG4A3OFHk1+uBzOK5s=" providerId="None" clId="Web-{6F53E1F8-4E00-427C-8500-818400D6CC09}" dt="2025-12-09T13:43:03.530" v="206" actId="20577"/>
          <ac:spMkLst>
            <pc:docMk/>
            <pc:sldMk cId="4074864344" sldId="273"/>
            <ac:spMk id="8" creationId="{E5B48D5B-EDD4-66CA-38D7-1A3D54672B03}"/>
          </ac:spMkLst>
        </pc:spChg>
        <pc:picChg chg="add mod">
          <ac:chgData name="Olivia Rose Harper" userId="CBx6f2DXmpzgAAomXMAKlkWdYSG4A3OFHk1+uBzOK5s=" providerId="None" clId="Web-{6F53E1F8-4E00-427C-8500-818400D6CC09}" dt="2025-12-09T13:40:18.255" v="123" actId="1076"/>
          <ac:picMkLst>
            <pc:docMk/>
            <pc:sldMk cId="4074864344" sldId="273"/>
            <ac:picMk id="3" creationId="{557EAF5C-E764-8852-2B4A-EE0119246841}"/>
          </ac:picMkLst>
        </pc:picChg>
      </pc:sldChg>
    </pc:docChg>
  </pc:docChgLst>
  <pc:docChgLst>
    <pc:chgData name="Elliott Shi" userId="xrrfyonBEbHKFTOkml6SoIC322YCft+YidanRQ9nhoU=" providerId="None" clId="Web-{881698F4-D94B-410A-B71D-113C4A5C52AE}"/>
    <pc:docChg chg="mod addSld modSld addMainMaster delMainMaster">
      <pc:chgData name="Elliott Shi" userId="xrrfyonBEbHKFTOkml6SoIC322YCft+YidanRQ9nhoU=" providerId="None" clId="Web-{881698F4-D94B-410A-B71D-113C4A5C52AE}" dt="2025-12-08T17:37:01.133" v="198" actId="20577"/>
      <pc:docMkLst>
        <pc:docMk/>
      </pc:docMkLst>
      <pc:sldChg chg="modSp mod modClrScheme chgLayout">
        <pc:chgData name="Elliott Shi" userId="xrrfyonBEbHKFTOkml6SoIC322YCft+YidanRQ9nhoU=" providerId="None" clId="Web-{881698F4-D94B-410A-B71D-113C4A5C52AE}" dt="2025-12-08T17:28:50.099" v="37" actId="20577"/>
        <pc:sldMkLst>
          <pc:docMk/>
          <pc:sldMk cId="109857222" sldId="256"/>
        </pc:sldMkLst>
        <pc:spChg chg="mod ord">
          <ac:chgData name="Elliott Shi" userId="xrrfyonBEbHKFTOkml6SoIC322YCft+YidanRQ9nhoU=" providerId="None" clId="Web-{881698F4-D94B-410A-B71D-113C4A5C52AE}" dt="2025-12-08T17:28:21.505" v="16"/>
          <ac:spMkLst>
            <pc:docMk/>
            <pc:sldMk cId="109857222" sldId="256"/>
            <ac:spMk id="2" creationId="{00000000-0000-0000-0000-000000000000}"/>
          </ac:spMkLst>
        </pc:spChg>
        <pc:spChg chg="mod ord">
          <ac:chgData name="Elliott Shi" userId="xrrfyonBEbHKFTOkml6SoIC322YCft+YidanRQ9nhoU=" providerId="None" clId="Web-{881698F4-D94B-410A-B71D-113C4A5C52AE}" dt="2025-12-08T17:28:50.099" v="37" actId="20577"/>
          <ac:spMkLst>
            <pc:docMk/>
            <pc:sldMk cId="109857222" sldId="256"/>
            <ac:spMk id="3" creationId="{00000000-0000-0000-0000-000000000000}"/>
          </ac:spMkLst>
        </pc:spChg>
      </pc:sldChg>
      <pc:sldChg chg="modSp new">
        <pc:chgData name="Elliott Shi" userId="xrrfyonBEbHKFTOkml6SoIC322YCft+YidanRQ9nhoU=" providerId="None" clId="Web-{881698F4-D94B-410A-B71D-113C4A5C52AE}" dt="2025-12-08T17:31:36.975" v="109" actId="20577"/>
        <pc:sldMkLst>
          <pc:docMk/>
          <pc:sldMk cId="756085011" sldId="257"/>
        </pc:sldMkLst>
        <pc:spChg chg="mod">
          <ac:chgData name="Elliott Shi" userId="xrrfyonBEbHKFTOkml6SoIC322YCft+YidanRQ9nhoU=" providerId="None" clId="Web-{881698F4-D94B-410A-B71D-113C4A5C52AE}" dt="2025-12-08T17:29:49.115" v="40" actId="20577"/>
          <ac:spMkLst>
            <pc:docMk/>
            <pc:sldMk cId="756085011" sldId="257"/>
            <ac:spMk id="2" creationId="{BB7AE73F-43E9-CD39-50F4-11425978487D}"/>
          </ac:spMkLst>
        </pc:spChg>
        <pc:spChg chg="mod">
          <ac:chgData name="Elliott Shi" userId="xrrfyonBEbHKFTOkml6SoIC322YCft+YidanRQ9nhoU=" providerId="None" clId="Web-{881698F4-D94B-410A-B71D-113C4A5C52AE}" dt="2025-12-08T17:31:36.975" v="109" actId="20577"/>
          <ac:spMkLst>
            <pc:docMk/>
            <pc:sldMk cId="756085011" sldId="257"/>
            <ac:spMk id="3" creationId="{8AFDD573-6C75-7ABF-B0D0-2C6CA07FD44B}"/>
          </ac:spMkLst>
        </pc:spChg>
      </pc:sldChg>
      <pc:sldChg chg="addSp delSp modSp new">
        <pc:chgData name="Elliott Shi" userId="xrrfyonBEbHKFTOkml6SoIC322YCft+YidanRQ9nhoU=" providerId="None" clId="Web-{881698F4-D94B-410A-B71D-113C4A5C52AE}" dt="2025-12-08T17:37:01.133" v="198" actId="20577"/>
        <pc:sldMkLst>
          <pc:docMk/>
          <pc:sldMk cId="995719016" sldId="258"/>
        </pc:sldMkLst>
        <pc:spChg chg="mod">
          <ac:chgData name="Elliott Shi" userId="xrrfyonBEbHKFTOkml6SoIC322YCft+YidanRQ9nhoU=" providerId="None" clId="Web-{881698F4-D94B-410A-B71D-113C4A5C52AE}" dt="2025-12-08T17:31:58.428" v="116" actId="20577"/>
          <ac:spMkLst>
            <pc:docMk/>
            <pc:sldMk cId="995719016" sldId="258"/>
            <ac:spMk id="2" creationId="{ED0D0570-2CDB-C814-8EA9-2B23EC92D529}"/>
          </ac:spMkLst>
        </pc:spChg>
        <pc:spChg chg="del">
          <ac:chgData name="Elliott Shi" userId="xrrfyonBEbHKFTOkml6SoIC322YCft+YidanRQ9nhoU=" providerId="None" clId="Web-{881698F4-D94B-410A-B71D-113C4A5C52AE}" dt="2025-12-08T17:31:59.022" v="117"/>
          <ac:spMkLst>
            <pc:docMk/>
            <pc:sldMk cId="995719016" sldId="258"/>
            <ac:spMk id="3" creationId="{4564BC51-3E81-8B58-06C3-3C4F68E2A870}"/>
          </ac:spMkLst>
        </pc:spChg>
        <pc:spChg chg="add mod">
          <ac:chgData name="Elliott Shi" userId="xrrfyonBEbHKFTOkml6SoIC322YCft+YidanRQ9nhoU=" providerId="None" clId="Web-{881698F4-D94B-410A-B71D-113C4A5C52AE}" dt="2025-12-08T17:37:01.133" v="198" actId="20577"/>
          <ac:spMkLst>
            <pc:docMk/>
            <pc:sldMk cId="995719016" sldId="258"/>
            <ac:spMk id="76" creationId="{6249F59B-D300-6A49-B290-9A94C581AE01}"/>
          </ac:spMkLst>
        </pc:spChg>
        <pc:graphicFrameChg chg="add del mod ord modGraphic">
          <ac:chgData name="Elliott Shi" userId="xrrfyonBEbHKFTOkml6SoIC322YCft+YidanRQ9nhoU=" providerId="None" clId="Web-{881698F4-D94B-410A-B71D-113C4A5C52AE}" dt="2025-12-08T17:32:42.992" v="127"/>
          <ac:graphicFrameMkLst>
            <pc:docMk/>
            <pc:sldMk cId="995719016" sldId="258"/>
            <ac:graphicFrameMk id="4" creationId="{3C53A3A4-8267-FCBF-8782-2C832DAC55E6}"/>
          </ac:graphicFrameMkLst>
        </pc:graphicFrameChg>
      </pc:sldChg>
      <pc:sldMasterChg chg="del delSldLayout">
        <pc:chgData name="Elliott Shi" userId="xrrfyonBEbHKFTOkml6SoIC322YCft+YidanRQ9nhoU=" providerId="None" clId="Web-{881698F4-D94B-410A-B71D-113C4A5C52AE}" dt="2025-12-08T17:27:34.177" v="0"/>
        <pc:sldMasterMkLst>
          <pc:docMk/>
          <pc:sldMasterMk cId="2460954070" sldId="2147483660"/>
        </pc:sldMasterMkLst>
        <pc:sldLayoutChg chg="del">
          <pc:chgData name="Elliott Shi" userId="xrrfyonBEbHKFTOkml6SoIC322YCft+YidanRQ9nhoU=" providerId="None" clId="Web-{881698F4-D94B-410A-B71D-113C4A5C52AE}" dt="2025-12-08T17:27:34.177" v="0"/>
          <pc:sldLayoutMkLst>
            <pc:docMk/>
            <pc:sldMasterMk cId="2460954070" sldId="2147483660"/>
            <pc:sldLayoutMk cId="2385387890" sldId="2147483661"/>
          </pc:sldLayoutMkLst>
        </pc:sldLayoutChg>
        <pc:sldLayoutChg chg="del">
          <pc:chgData name="Elliott Shi" userId="xrrfyonBEbHKFTOkml6SoIC322YCft+YidanRQ9nhoU=" providerId="None" clId="Web-{881698F4-D94B-410A-B71D-113C4A5C52AE}" dt="2025-12-08T17:27:34.177" v="0"/>
          <pc:sldLayoutMkLst>
            <pc:docMk/>
            <pc:sldMasterMk cId="2460954070" sldId="2147483660"/>
            <pc:sldLayoutMk cId="949138452" sldId="2147483662"/>
          </pc:sldLayoutMkLst>
        </pc:sldLayoutChg>
        <pc:sldLayoutChg chg="del">
          <pc:chgData name="Elliott Shi" userId="xrrfyonBEbHKFTOkml6SoIC322YCft+YidanRQ9nhoU=" providerId="None" clId="Web-{881698F4-D94B-410A-B71D-113C4A5C52AE}" dt="2025-12-08T17:27:34.177" v="0"/>
          <pc:sldLayoutMkLst>
            <pc:docMk/>
            <pc:sldMasterMk cId="2460954070" sldId="2147483660"/>
            <pc:sldLayoutMk cId="2591524520" sldId="2147483663"/>
          </pc:sldLayoutMkLst>
        </pc:sldLayoutChg>
        <pc:sldLayoutChg chg="del">
          <pc:chgData name="Elliott Shi" userId="xrrfyonBEbHKFTOkml6SoIC322YCft+YidanRQ9nhoU=" providerId="None" clId="Web-{881698F4-D94B-410A-B71D-113C4A5C52AE}" dt="2025-12-08T17:27:34.177" v="0"/>
          <pc:sldLayoutMkLst>
            <pc:docMk/>
            <pc:sldMasterMk cId="2460954070" sldId="2147483660"/>
            <pc:sldLayoutMk cId="1203092039" sldId="2147483664"/>
          </pc:sldLayoutMkLst>
        </pc:sldLayoutChg>
        <pc:sldLayoutChg chg="del">
          <pc:chgData name="Elliott Shi" userId="xrrfyonBEbHKFTOkml6SoIC322YCft+YidanRQ9nhoU=" providerId="None" clId="Web-{881698F4-D94B-410A-B71D-113C4A5C52AE}" dt="2025-12-08T17:27:34.177" v="0"/>
          <pc:sldLayoutMkLst>
            <pc:docMk/>
            <pc:sldMasterMk cId="2460954070" sldId="2147483660"/>
            <pc:sldLayoutMk cId="3733172339" sldId="2147483665"/>
          </pc:sldLayoutMkLst>
        </pc:sldLayoutChg>
        <pc:sldLayoutChg chg="del">
          <pc:chgData name="Elliott Shi" userId="xrrfyonBEbHKFTOkml6SoIC322YCft+YidanRQ9nhoU=" providerId="None" clId="Web-{881698F4-D94B-410A-B71D-113C4A5C52AE}" dt="2025-12-08T17:27:34.177" v="0"/>
          <pc:sldLayoutMkLst>
            <pc:docMk/>
            <pc:sldMasterMk cId="2460954070" sldId="2147483660"/>
            <pc:sldLayoutMk cId="3210312558" sldId="2147483666"/>
          </pc:sldLayoutMkLst>
        </pc:sldLayoutChg>
        <pc:sldLayoutChg chg="del">
          <pc:chgData name="Elliott Shi" userId="xrrfyonBEbHKFTOkml6SoIC322YCft+YidanRQ9nhoU=" providerId="None" clId="Web-{881698F4-D94B-410A-B71D-113C4A5C52AE}" dt="2025-12-08T17:27:34.177" v="0"/>
          <pc:sldLayoutMkLst>
            <pc:docMk/>
            <pc:sldMasterMk cId="2460954070" sldId="2147483660"/>
            <pc:sldLayoutMk cId="3146388984" sldId="2147483667"/>
          </pc:sldLayoutMkLst>
        </pc:sldLayoutChg>
        <pc:sldLayoutChg chg="del">
          <pc:chgData name="Elliott Shi" userId="xrrfyonBEbHKFTOkml6SoIC322YCft+YidanRQ9nhoU=" providerId="None" clId="Web-{881698F4-D94B-410A-B71D-113C4A5C52AE}" dt="2025-12-08T17:27:34.177" v="0"/>
          <pc:sldLayoutMkLst>
            <pc:docMk/>
            <pc:sldMasterMk cId="2460954070" sldId="2147483660"/>
            <pc:sldLayoutMk cId="3171841454" sldId="2147483668"/>
          </pc:sldLayoutMkLst>
        </pc:sldLayoutChg>
        <pc:sldLayoutChg chg="del">
          <pc:chgData name="Elliott Shi" userId="xrrfyonBEbHKFTOkml6SoIC322YCft+YidanRQ9nhoU=" providerId="None" clId="Web-{881698F4-D94B-410A-B71D-113C4A5C52AE}" dt="2025-12-08T17:27:34.177" v="0"/>
          <pc:sldLayoutMkLst>
            <pc:docMk/>
            <pc:sldMasterMk cId="2460954070" sldId="2147483660"/>
            <pc:sldLayoutMk cId="1718958274" sldId="2147483669"/>
          </pc:sldLayoutMkLst>
        </pc:sldLayoutChg>
        <pc:sldLayoutChg chg="del">
          <pc:chgData name="Elliott Shi" userId="xrrfyonBEbHKFTOkml6SoIC322YCft+YidanRQ9nhoU=" providerId="None" clId="Web-{881698F4-D94B-410A-B71D-113C4A5C52AE}" dt="2025-12-08T17:27:34.177" v="0"/>
          <pc:sldLayoutMkLst>
            <pc:docMk/>
            <pc:sldMasterMk cId="2460954070" sldId="2147483660"/>
            <pc:sldLayoutMk cId="2202905451" sldId="2147483670"/>
          </pc:sldLayoutMkLst>
        </pc:sldLayoutChg>
        <pc:sldLayoutChg chg="del">
          <pc:chgData name="Elliott Shi" userId="xrrfyonBEbHKFTOkml6SoIC322YCft+YidanRQ9nhoU=" providerId="None" clId="Web-{881698F4-D94B-410A-B71D-113C4A5C52AE}" dt="2025-12-08T17:27:34.177" v="0"/>
          <pc:sldLayoutMkLst>
            <pc:docMk/>
            <pc:sldMasterMk cId="2460954070" sldId="2147483660"/>
            <pc:sldLayoutMk cId="3479445657" sldId="2147483671"/>
          </pc:sldLayoutMkLst>
        </pc:sldLayoutChg>
      </pc:sldMasterChg>
      <pc:sldMasterChg chg="add del addSldLayout delSldLayout modSldLayout">
        <pc:chgData name="Elliott Shi" userId="xrrfyonBEbHKFTOkml6SoIC322YCft+YidanRQ9nhoU=" providerId="None" clId="Web-{881698F4-D94B-410A-B71D-113C4A5C52AE}" dt="2025-12-08T17:27:44.005" v="1"/>
        <pc:sldMasterMkLst>
          <pc:docMk/>
          <pc:sldMasterMk cId="4111878725" sldId="2147483672"/>
        </pc:sldMasterMkLst>
        <pc:sldLayoutChg chg="add del mod replId">
          <pc:chgData name="Elliott Shi" userId="xrrfyonBEbHKFTOkml6SoIC322YCft+YidanRQ9nhoU=" providerId="None" clId="Web-{881698F4-D94B-410A-B71D-113C4A5C52AE}" dt="2025-12-08T17:27:44.005" v="1"/>
          <pc:sldLayoutMkLst>
            <pc:docMk/>
            <pc:sldMasterMk cId="4111878725" sldId="2147483672"/>
            <pc:sldLayoutMk cId="2971103850" sldId="2147483673"/>
          </pc:sldLayoutMkLst>
        </pc:sldLayoutChg>
        <pc:sldLayoutChg chg="add del mod replId">
          <pc:chgData name="Elliott Shi" userId="xrrfyonBEbHKFTOkml6SoIC322YCft+YidanRQ9nhoU=" providerId="None" clId="Web-{881698F4-D94B-410A-B71D-113C4A5C52AE}" dt="2025-12-08T17:27:44.005" v="1"/>
          <pc:sldLayoutMkLst>
            <pc:docMk/>
            <pc:sldMasterMk cId="4111878725" sldId="2147483672"/>
            <pc:sldLayoutMk cId="145642392" sldId="2147483674"/>
          </pc:sldLayoutMkLst>
        </pc:sldLayoutChg>
        <pc:sldLayoutChg chg="add del mod replId">
          <pc:chgData name="Elliott Shi" userId="xrrfyonBEbHKFTOkml6SoIC322YCft+YidanRQ9nhoU=" providerId="None" clId="Web-{881698F4-D94B-410A-B71D-113C4A5C52AE}" dt="2025-12-08T17:27:44.005" v="1"/>
          <pc:sldLayoutMkLst>
            <pc:docMk/>
            <pc:sldMasterMk cId="4111878725" sldId="2147483672"/>
            <pc:sldLayoutMk cId="3489070430" sldId="2147483675"/>
          </pc:sldLayoutMkLst>
        </pc:sldLayoutChg>
        <pc:sldLayoutChg chg="add del mod replId">
          <pc:chgData name="Elliott Shi" userId="xrrfyonBEbHKFTOkml6SoIC322YCft+YidanRQ9nhoU=" providerId="None" clId="Web-{881698F4-D94B-410A-B71D-113C4A5C52AE}" dt="2025-12-08T17:27:44.005" v="1"/>
          <pc:sldLayoutMkLst>
            <pc:docMk/>
            <pc:sldMasterMk cId="4111878725" sldId="2147483672"/>
            <pc:sldLayoutMk cId="1890329533" sldId="2147483676"/>
          </pc:sldLayoutMkLst>
        </pc:sldLayoutChg>
        <pc:sldLayoutChg chg="add del mod replId">
          <pc:chgData name="Elliott Shi" userId="xrrfyonBEbHKFTOkml6SoIC322YCft+YidanRQ9nhoU=" providerId="None" clId="Web-{881698F4-D94B-410A-B71D-113C4A5C52AE}" dt="2025-12-08T17:27:44.005" v="1"/>
          <pc:sldLayoutMkLst>
            <pc:docMk/>
            <pc:sldMasterMk cId="4111878725" sldId="2147483672"/>
            <pc:sldLayoutMk cId="196042157" sldId="2147483677"/>
          </pc:sldLayoutMkLst>
        </pc:sldLayoutChg>
        <pc:sldLayoutChg chg="add del mod replId">
          <pc:chgData name="Elliott Shi" userId="xrrfyonBEbHKFTOkml6SoIC322YCft+YidanRQ9nhoU=" providerId="None" clId="Web-{881698F4-D94B-410A-B71D-113C4A5C52AE}" dt="2025-12-08T17:27:44.005" v="1"/>
          <pc:sldLayoutMkLst>
            <pc:docMk/>
            <pc:sldMasterMk cId="4111878725" sldId="2147483672"/>
            <pc:sldLayoutMk cId="4259593544" sldId="2147483678"/>
          </pc:sldLayoutMkLst>
        </pc:sldLayoutChg>
        <pc:sldLayoutChg chg="add del mod replId">
          <pc:chgData name="Elliott Shi" userId="xrrfyonBEbHKFTOkml6SoIC322YCft+YidanRQ9nhoU=" providerId="None" clId="Web-{881698F4-D94B-410A-B71D-113C4A5C52AE}" dt="2025-12-08T17:27:44.005" v="1"/>
          <pc:sldLayoutMkLst>
            <pc:docMk/>
            <pc:sldMasterMk cId="4111878725" sldId="2147483672"/>
            <pc:sldLayoutMk cId="780907849" sldId="2147483679"/>
          </pc:sldLayoutMkLst>
        </pc:sldLayoutChg>
        <pc:sldLayoutChg chg="add del mod replId">
          <pc:chgData name="Elliott Shi" userId="xrrfyonBEbHKFTOkml6SoIC322YCft+YidanRQ9nhoU=" providerId="None" clId="Web-{881698F4-D94B-410A-B71D-113C4A5C52AE}" dt="2025-12-08T17:27:44.005" v="1"/>
          <pc:sldLayoutMkLst>
            <pc:docMk/>
            <pc:sldMasterMk cId="4111878725" sldId="2147483672"/>
            <pc:sldLayoutMk cId="4108813651" sldId="2147483680"/>
          </pc:sldLayoutMkLst>
        </pc:sldLayoutChg>
        <pc:sldLayoutChg chg="add del mod replId">
          <pc:chgData name="Elliott Shi" userId="xrrfyonBEbHKFTOkml6SoIC322YCft+YidanRQ9nhoU=" providerId="None" clId="Web-{881698F4-D94B-410A-B71D-113C4A5C52AE}" dt="2025-12-08T17:27:44.005" v="1"/>
          <pc:sldLayoutMkLst>
            <pc:docMk/>
            <pc:sldMasterMk cId="4111878725" sldId="2147483672"/>
            <pc:sldLayoutMk cId="3513346488" sldId="2147483681"/>
          </pc:sldLayoutMkLst>
        </pc:sldLayoutChg>
        <pc:sldLayoutChg chg="add del mod replId">
          <pc:chgData name="Elliott Shi" userId="xrrfyonBEbHKFTOkml6SoIC322YCft+YidanRQ9nhoU=" providerId="None" clId="Web-{881698F4-D94B-410A-B71D-113C4A5C52AE}" dt="2025-12-08T17:27:44.005" v="1"/>
          <pc:sldLayoutMkLst>
            <pc:docMk/>
            <pc:sldMasterMk cId="4111878725" sldId="2147483672"/>
            <pc:sldLayoutMk cId="150855332" sldId="2147483682"/>
          </pc:sldLayoutMkLst>
        </pc:sldLayoutChg>
        <pc:sldLayoutChg chg="add del mod replId">
          <pc:chgData name="Elliott Shi" userId="xrrfyonBEbHKFTOkml6SoIC322YCft+YidanRQ9nhoU=" providerId="None" clId="Web-{881698F4-D94B-410A-B71D-113C4A5C52AE}" dt="2025-12-08T17:27:44.005" v="1"/>
          <pc:sldLayoutMkLst>
            <pc:docMk/>
            <pc:sldMasterMk cId="4111878725" sldId="2147483672"/>
            <pc:sldLayoutMk cId="1824948059" sldId="2147483683"/>
          </pc:sldLayoutMkLst>
        </pc:sldLayoutChg>
        <pc:sldLayoutChg chg="add del mod replId">
          <pc:chgData name="Elliott Shi" userId="xrrfyonBEbHKFTOkml6SoIC322YCft+YidanRQ9nhoU=" providerId="None" clId="Web-{881698F4-D94B-410A-B71D-113C4A5C52AE}" dt="2025-12-08T17:27:44.005" v="1"/>
          <pc:sldLayoutMkLst>
            <pc:docMk/>
            <pc:sldMasterMk cId="4111878725" sldId="2147483672"/>
            <pc:sldLayoutMk cId="3102362905" sldId="2147483684"/>
          </pc:sldLayoutMkLst>
        </pc:sldLayoutChg>
        <pc:sldLayoutChg chg="add del mod replId">
          <pc:chgData name="Elliott Shi" userId="xrrfyonBEbHKFTOkml6SoIC322YCft+YidanRQ9nhoU=" providerId="None" clId="Web-{881698F4-D94B-410A-B71D-113C4A5C52AE}" dt="2025-12-08T17:27:44.005" v="1"/>
          <pc:sldLayoutMkLst>
            <pc:docMk/>
            <pc:sldMasterMk cId="4111878725" sldId="2147483672"/>
            <pc:sldLayoutMk cId="1847192557" sldId="2147483685"/>
          </pc:sldLayoutMkLst>
        </pc:sldLayoutChg>
        <pc:sldLayoutChg chg="add del mod replId">
          <pc:chgData name="Elliott Shi" userId="xrrfyonBEbHKFTOkml6SoIC322YCft+YidanRQ9nhoU=" providerId="None" clId="Web-{881698F4-D94B-410A-B71D-113C4A5C52AE}" dt="2025-12-08T17:27:44.005" v="1"/>
          <pc:sldLayoutMkLst>
            <pc:docMk/>
            <pc:sldMasterMk cId="4111878725" sldId="2147483672"/>
            <pc:sldLayoutMk cId="2277758021" sldId="2147483686"/>
          </pc:sldLayoutMkLst>
        </pc:sldLayoutChg>
        <pc:sldLayoutChg chg="add del mod replId">
          <pc:chgData name="Elliott Shi" userId="xrrfyonBEbHKFTOkml6SoIC322YCft+YidanRQ9nhoU=" providerId="None" clId="Web-{881698F4-D94B-410A-B71D-113C4A5C52AE}" dt="2025-12-08T17:27:44.005" v="1"/>
          <pc:sldLayoutMkLst>
            <pc:docMk/>
            <pc:sldMasterMk cId="4111878725" sldId="2147483672"/>
            <pc:sldLayoutMk cId="2245912379" sldId="2147483687"/>
          </pc:sldLayoutMkLst>
        </pc:sldLayoutChg>
        <pc:sldLayoutChg chg="add del mod replId">
          <pc:chgData name="Elliott Shi" userId="xrrfyonBEbHKFTOkml6SoIC322YCft+YidanRQ9nhoU=" providerId="None" clId="Web-{881698F4-D94B-410A-B71D-113C4A5C52AE}" dt="2025-12-08T17:27:44.005" v="1"/>
          <pc:sldLayoutMkLst>
            <pc:docMk/>
            <pc:sldMasterMk cId="4111878725" sldId="2147483672"/>
            <pc:sldLayoutMk cId="3914591422" sldId="2147483688"/>
          </pc:sldLayoutMkLst>
        </pc:sldLayoutChg>
        <pc:sldLayoutChg chg="add del mod replId">
          <pc:chgData name="Elliott Shi" userId="xrrfyonBEbHKFTOkml6SoIC322YCft+YidanRQ9nhoU=" providerId="None" clId="Web-{881698F4-D94B-410A-B71D-113C4A5C52AE}" dt="2025-12-08T17:27:44.005" v="1"/>
          <pc:sldLayoutMkLst>
            <pc:docMk/>
            <pc:sldMasterMk cId="4111878725" sldId="2147483672"/>
            <pc:sldLayoutMk cId="1826037973" sldId="2147483689"/>
          </pc:sldLayoutMkLst>
        </pc:sldLayoutChg>
      </pc:sldMasterChg>
      <pc:sldMasterChg chg="add del addSldLayout delSldLayout modSldLayout">
        <pc:chgData name="Elliott Shi" userId="xrrfyonBEbHKFTOkml6SoIC322YCft+YidanRQ9nhoU=" providerId="None" clId="Web-{881698F4-D94B-410A-B71D-113C4A5C52AE}" dt="2025-12-08T17:27:59.896" v="2"/>
        <pc:sldMasterMkLst>
          <pc:docMk/>
          <pc:sldMasterMk cId="1669889742" sldId="2147483690"/>
        </pc:sldMasterMkLst>
        <pc:sldLayoutChg chg="add del mod replId">
          <pc:chgData name="Elliott Shi" userId="xrrfyonBEbHKFTOkml6SoIC322YCft+YidanRQ9nhoU=" providerId="None" clId="Web-{881698F4-D94B-410A-B71D-113C4A5C52AE}" dt="2025-12-08T17:27:59.896" v="2"/>
          <pc:sldLayoutMkLst>
            <pc:docMk/>
            <pc:sldMasterMk cId="1669889742" sldId="2147483690"/>
            <pc:sldLayoutMk cId="92362741" sldId="2147483691"/>
          </pc:sldLayoutMkLst>
        </pc:sldLayoutChg>
        <pc:sldLayoutChg chg="add del mod replId">
          <pc:chgData name="Elliott Shi" userId="xrrfyonBEbHKFTOkml6SoIC322YCft+YidanRQ9nhoU=" providerId="None" clId="Web-{881698F4-D94B-410A-B71D-113C4A5C52AE}" dt="2025-12-08T17:27:59.896" v="2"/>
          <pc:sldLayoutMkLst>
            <pc:docMk/>
            <pc:sldMasterMk cId="1669889742" sldId="2147483690"/>
            <pc:sldLayoutMk cId="382089677" sldId="2147483692"/>
          </pc:sldLayoutMkLst>
        </pc:sldLayoutChg>
        <pc:sldLayoutChg chg="add del mod replId">
          <pc:chgData name="Elliott Shi" userId="xrrfyonBEbHKFTOkml6SoIC322YCft+YidanRQ9nhoU=" providerId="None" clId="Web-{881698F4-D94B-410A-B71D-113C4A5C52AE}" dt="2025-12-08T17:27:59.896" v="2"/>
          <pc:sldLayoutMkLst>
            <pc:docMk/>
            <pc:sldMasterMk cId="1669889742" sldId="2147483690"/>
            <pc:sldLayoutMk cId="3511326294" sldId="2147483693"/>
          </pc:sldLayoutMkLst>
        </pc:sldLayoutChg>
        <pc:sldLayoutChg chg="add del mod replId">
          <pc:chgData name="Elliott Shi" userId="xrrfyonBEbHKFTOkml6SoIC322YCft+YidanRQ9nhoU=" providerId="None" clId="Web-{881698F4-D94B-410A-B71D-113C4A5C52AE}" dt="2025-12-08T17:27:59.896" v="2"/>
          <pc:sldLayoutMkLst>
            <pc:docMk/>
            <pc:sldMasterMk cId="1669889742" sldId="2147483690"/>
            <pc:sldLayoutMk cId="4277811716" sldId="2147483694"/>
          </pc:sldLayoutMkLst>
        </pc:sldLayoutChg>
        <pc:sldLayoutChg chg="add del mod replId">
          <pc:chgData name="Elliott Shi" userId="xrrfyonBEbHKFTOkml6SoIC322YCft+YidanRQ9nhoU=" providerId="None" clId="Web-{881698F4-D94B-410A-B71D-113C4A5C52AE}" dt="2025-12-08T17:27:59.896" v="2"/>
          <pc:sldLayoutMkLst>
            <pc:docMk/>
            <pc:sldMasterMk cId="1669889742" sldId="2147483690"/>
            <pc:sldLayoutMk cId="1261082208" sldId="2147483695"/>
          </pc:sldLayoutMkLst>
        </pc:sldLayoutChg>
        <pc:sldLayoutChg chg="add del mod replId">
          <pc:chgData name="Elliott Shi" userId="xrrfyonBEbHKFTOkml6SoIC322YCft+YidanRQ9nhoU=" providerId="None" clId="Web-{881698F4-D94B-410A-B71D-113C4A5C52AE}" dt="2025-12-08T17:27:59.896" v="2"/>
          <pc:sldLayoutMkLst>
            <pc:docMk/>
            <pc:sldMasterMk cId="1669889742" sldId="2147483690"/>
            <pc:sldLayoutMk cId="281540298" sldId="2147483696"/>
          </pc:sldLayoutMkLst>
        </pc:sldLayoutChg>
        <pc:sldLayoutChg chg="add del mod replId">
          <pc:chgData name="Elliott Shi" userId="xrrfyonBEbHKFTOkml6SoIC322YCft+YidanRQ9nhoU=" providerId="None" clId="Web-{881698F4-D94B-410A-B71D-113C4A5C52AE}" dt="2025-12-08T17:27:59.896" v="2"/>
          <pc:sldLayoutMkLst>
            <pc:docMk/>
            <pc:sldMasterMk cId="1669889742" sldId="2147483690"/>
            <pc:sldLayoutMk cId="759874642" sldId="2147483697"/>
          </pc:sldLayoutMkLst>
        </pc:sldLayoutChg>
        <pc:sldLayoutChg chg="add del mod replId">
          <pc:chgData name="Elliott Shi" userId="xrrfyonBEbHKFTOkml6SoIC322YCft+YidanRQ9nhoU=" providerId="None" clId="Web-{881698F4-D94B-410A-B71D-113C4A5C52AE}" dt="2025-12-08T17:27:59.896" v="2"/>
          <pc:sldLayoutMkLst>
            <pc:docMk/>
            <pc:sldMasterMk cId="1669889742" sldId="2147483690"/>
            <pc:sldLayoutMk cId="1246150706" sldId="2147483698"/>
          </pc:sldLayoutMkLst>
        </pc:sldLayoutChg>
        <pc:sldLayoutChg chg="add del mod replId">
          <pc:chgData name="Elliott Shi" userId="xrrfyonBEbHKFTOkml6SoIC322YCft+YidanRQ9nhoU=" providerId="None" clId="Web-{881698F4-D94B-410A-B71D-113C4A5C52AE}" dt="2025-12-08T17:27:59.896" v="2"/>
          <pc:sldLayoutMkLst>
            <pc:docMk/>
            <pc:sldMasterMk cId="1669889742" sldId="2147483690"/>
            <pc:sldLayoutMk cId="4010370408" sldId="2147483699"/>
          </pc:sldLayoutMkLst>
        </pc:sldLayoutChg>
        <pc:sldLayoutChg chg="add del mod replId">
          <pc:chgData name="Elliott Shi" userId="xrrfyonBEbHKFTOkml6SoIC322YCft+YidanRQ9nhoU=" providerId="None" clId="Web-{881698F4-D94B-410A-B71D-113C4A5C52AE}" dt="2025-12-08T17:27:59.896" v="2"/>
          <pc:sldLayoutMkLst>
            <pc:docMk/>
            <pc:sldMasterMk cId="1669889742" sldId="2147483690"/>
            <pc:sldLayoutMk cId="140575968" sldId="2147483700"/>
          </pc:sldLayoutMkLst>
        </pc:sldLayoutChg>
        <pc:sldLayoutChg chg="add del mod replId">
          <pc:chgData name="Elliott Shi" userId="xrrfyonBEbHKFTOkml6SoIC322YCft+YidanRQ9nhoU=" providerId="None" clId="Web-{881698F4-D94B-410A-B71D-113C4A5C52AE}" dt="2025-12-08T17:27:59.896" v="2"/>
          <pc:sldLayoutMkLst>
            <pc:docMk/>
            <pc:sldMasterMk cId="1669889742" sldId="2147483690"/>
            <pc:sldLayoutMk cId="3344083986" sldId="2147483701"/>
          </pc:sldLayoutMkLst>
        </pc:sldLayoutChg>
      </pc:sldMasterChg>
      <pc:sldMasterChg chg="add del addSldLayout delSldLayout modSldLayout">
        <pc:chgData name="Elliott Shi" userId="xrrfyonBEbHKFTOkml6SoIC322YCft+YidanRQ9nhoU=" providerId="None" clId="Web-{881698F4-D94B-410A-B71D-113C4A5C52AE}" dt="2025-12-08T17:28:13.599" v="15"/>
        <pc:sldMasterMkLst>
          <pc:docMk/>
          <pc:sldMasterMk cId="2653814419" sldId="2147483702"/>
        </pc:sldMasterMkLst>
        <pc:sldLayoutChg chg="add del mod replId">
          <pc:chgData name="Elliott Shi" userId="xrrfyonBEbHKFTOkml6SoIC322YCft+YidanRQ9nhoU=" providerId="None" clId="Web-{881698F4-D94B-410A-B71D-113C4A5C52AE}" dt="2025-12-08T17:28:13.599" v="15"/>
          <pc:sldLayoutMkLst>
            <pc:docMk/>
            <pc:sldMasterMk cId="2653814419" sldId="2147483702"/>
            <pc:sldLayoutMk cId="3071238917" sldId="2147483703"/>
          </pc:sldLayoutMkLst>
        </pc:sldLayoutChg>
        <pc:sldLayoutChg chg="add del mod replId">
          <pc:chgData name="Elliott Shi" userId="xrrfyonBEbHKFTOkml6SoIC322YCft+YidanRQ9nhoU=" providerId="None" clId="Web-{881698F4-D94B-410A-B71D-113C4A5C52AE}" dt="2025-12-08T17:28:13.599" v="15"/>
          <pc:sldLayoutMkLst>
            <pc:docMk/>
            <pc:sldMasterMk cId="2653814419" sldId="2147483702"/>
            <pc:sldLayoutMk cId="1984795596" sldId="2147483704"/>
          </pc:sldLayoutMkLst>
        </pc:sldLayoutChg>
        <pc:sldLayoutChg chg="add del mod replId">
          <pc:chgData name="Elliott Shi" userId="xrrfyonBEbHKFTOkml6SoIC322YCft+YidanRQ9nhoU=" providerId="None" clId="Web-{881698F4-D94B-410A-B71D-113C4A5C52AE}" dt="2025-12-08T17:28:13.599" v="15"/>
          <pc:sldLayoutMkLst>
            <pc:docMk/>
            <pc:sldMasterMk cId="2653814419" sldId="2147483702"/>
            <pc:sldLayoutMk cId="2193620771" sldId="2147483705"/>
          </pc:sldLayoutMkLst>
        </pc:sldLayoutChg>
        <pc:sldLayoutChg chg="add del mod replId">
          <pc:chgData name="Elliott Shi" userId="xrrfyonBEbHKFTOkml6SoIC322YCft+YidanRQ9nhoU=" providerId="None" clId="Web-{881698F4-D94B-410A-B71D-113C4A5C52AE}" dt="2025-12-08T17:28:13.599" v="15"/>
          <pc:sldLayoutMkLst>
            <pc:docMk/>
            <pc:sldMasterMk cId="2653814419" sldId="2147483702"/>
            <pc:sldLayoutMk cId="435494512" sldId="2147483706"/>
          </pc:sldLayoutMkLst>
        </pc:sldLayoutChg>
        <pc:sldLayoutChg chg="add del mod replId">
          <pc:chgData name="Elliott Shi" userId="xrrfyonBEbHKFTOkml6SoIC322YCft+YidanRQ9nhoU=" providerId="None" clId="Web-{881698F4-D94B-410A-B71D-113C4A5C52AE}" dt="2025-12-08T17:28:13.599" v="15"/>
          <pc:sldLayoutMkLst>
            <pc:docMk/>
            <pc:sldMasterMk cId="2653814419" sldId="2147483702"/>
            <pc:sldLayoutMk cId="403842310" sldId="2147483707"/>
          </pc:sldLayoutMkLst>
        </pc:sldLayoutChg>
        <pc:sldLayoutChg chg="add del mod replId">
          <pc:chgData name="Elliott Shi" userId="xrrfyonBEbHKFTOkml6SoIC322YCft+YidanRQ9nhoU=" providerId="None" clId="Web-{881698F4-D94B-410A-B71D-113C4A5C52AE}" dt="2025-12-08T17:28:13.599" v="15"/>
          <pc:sldLayoutMkLst>
            <pc:docMk/>
            <pc:sldMasterMk cId="2653814419" sldId="2147483702"/>
            <pc:sldLayoutMk cId="2152094292" sldId="2147483708"/>
          </pc:sldLayoutMkLst>
        </pc:sldLayoutChg>
        <pc:sldLayoutChg chg="add del mod replId">
          <pc:chgData name="Elliott Shi" userId="xrrfyonBEbHKFTOkml6SoIC322YCft+YidanRQ9nhoU=" providerId="None" clId="Web-{881698F4-D94B-410A-B71D-113C4A5C52AE}" dt="2025-12-08T17:28:13.599" v="15"/>
          <pc:sldLayoutMkLst>
            <pc:docMk/>
            <pc:sldMasterMk cId="2653814419" sldId="2147483702"/>
            <pc:sldLayoutMk cId="946058224" sldId="2147483709"/>
          </pc:sldLayoutMkLst>
        </pc:sldLayoutChg>
        <pc:sldLayoutChg chg="add del mod replId">
          <pc:chgData name="Elliott Shi" userId="xrrfyonBEbHKFTOkml6SoIC322YCft+YidanRQ9nhoU=" providerId="None" clId="Web-{881698F4-D94B-410A-B71D-113C4A5C52AE}" dt="2025-12-08T17:28:13.599" v="15"/>
          <pc:sldLayoutMkLst>
            <pc:docMk/>
            <pc:sldMasterMk cId="2653814419" sldId="2147483702"/>
            <pc:sldLayoutMk cId="3548978265" sldId="2147483710"/>
          </pc:sldLayoutMkLst>
        </pc:sldLayoutChg>
        <pc:sldLayoutChg chg="add del mod replId">
          <pc:chgData name="Elliott Shi" userId="xrrfyonBEbHKFTOkml6SoIC322YCft+YidanRQ9nhoU=" providerId="None" clId="Web-{881698F4-D94B-410A-B71D-113C4A5C52AE}" dt="2025-12-08T17:28:13.599" v="15"/>
          <pc:sldLayoutMkLst>
            <pc:docMk/>
            <pc:sldMasterMk cId="2653814419" sldId="2147483702"/>
            <pc:sldLayoutMk cId="2218161514" sldId="2147483711"/>
          </pc:sldLayoutMkLst>
        </pc:sldLayoutChg>
        <pc:sldLayoutChg chg="add del mod replId">
          <pc:chgData name="Elliott Shi" userId="xrrfyonBEbHKFTOkml6SoIC322YCft+YidanRQ9nhoU=" providerId="None" clId="Web-{881698F4-D94B-410A-B71D-113C4A5C52AE}" dt="2025-12-08T17:28:13.599" v="15"/>
          <pc:sldLayoutMkLst>
            <pc:docMk/>
            <pc:sldMasterMk cId="2653814419" sldId="2147483702"/>
            <pc:sldLayoutMk cId="2653913625" sldId="2147483712"/>
          </pc:sldLayoutMkLst>
        </pc:sldLayoutChg>
        <pc:sldLayoutChg chg="add del mod replId">
          <pc:chgData name="Elliott Shi" userId="xrrfyonBEbHKFTOkml6SoIC322YCft+YidanRQ9nhoU=" providerId="None" clId="Web-{881698F4-D94B-410A-B71D-113C4A5C52AE}" dt="2025-12-08T17:28:13.599" v="15"/>
          <pc:sldLayoutMkLst>
            <pc:docMk/>
            <pc:sldMasterMk cId="2653814419" sldId="2147483702"/>
            <pc:sldLayoutMk cId="3333822192" sldId="2147483713"/>
          </pc:sldLayoutMkLst>
        </pc:sldLayoutChg>
      </pc:sldMasterChg>
      <pc:sldMasterChg chg="add del addSldLayout delSldLayout modSldLayout">
        <pc:chgData name="Elliott Shi" userId="xrrfyonBEbHKFTOkml6SoIC322YCft+YidanRQ9nhoU=" providerId="None" clId="Web-{881698F4-D94B-410A-B71D-113C4A5C52AE}" dt="2025-12-08T17:28:21.505" v="16"/>
        <pc:sldMasterMkLst>
          <pc:docMk/>
          <pc:sldMasterMk cId="4071276914" sldId="2147483714"/>
        </pc:sldMasterMkLst>
        <pc:sldLayoutChg chg="add del mod replId">
          <pc:chgData name="Elliott Shi" userId="xrrfyonBEbHKFTOkml6SoIC322YCft+YidanRQ9nhoU=" providerId="None" clId="Web-{881698F4-D94B-410A-B71D-113C4A5C52AE}" dt="2025-12-08T17:28:21.505" v="16"/>
          <pc:sldLayoutMkLst>
            <pc:docMk/>
            <pc:sldMasterMk cId="4071276914" sldId="2147483714"/>
            <pc:sldLayoutMk cId="2390730056" sldId="2147483715"/>
          </pc:sldLayoutMkLst>
        </pc:sldLayoutChg>
        <pc:sldLayoutChg chg="add del mod replId">
          <pc:chgData name="Elliott Shi" userId="xrrfyonBEbHKFTOkml6SoIC322YCft+YidanRQ9nhoU=" providerId="None" clId="Web-{881698F4-D94B-410A-B71D-113C4A5C52AE}" dt="2025-12-08T17:28:21.505" v="16"/>
          <pc:sldLayoutMkLst>
            <pc:docMk/>
            <pc:sldMasterMk cId="4071276914" sldId="2147483714"/>
            <pc:sldLayoutMk cId="4238585316" sldId="2147483716"/>
          </pc:sldLayoutMkLst>
        </pc:sldLayoutChg>
        <pc:sldLayoutChg chg="add del mod replId">
          <pc:chgData name="Elliott Shi" userId="xrrfyonBEbHKFTOkml6SoIC322YCft+YidanRQ9nhoU=" providerId="None" clId="Web-{881698F4-D94B-410A-B71D-113C4A5C52AE}" dt="2025-12-08T17:28:21.505" v="16"/>
          <pc:sldLayoutMkLst>
            <pc:docMk/>
            <pc:sldMasterMk cId="4071276914" sldId="2147483714"/>
            <pc:sldLayoutMk cId="1448411658" sldId="2147483717"/>
          </pc:sldLayoutMkLst>
        </pc:sldLayoutChg>
        <pc:sldLayoutChg chg="add del mod replId">
          <pc:chgData name="Elliott Shi" userId="xrrfyonBEbHKFTOkml6SoIC322YCft+YidanRQ9nhoU=" providerId="None" clId="Web-{881698F4-D94B-410A-B71D-113C4A5C52AE}" dt="2025-12-08T17:28:21.505" v="16"/>
          <pc:sldLayoutMkLst>
            <pc:docMk/>
            <pc:sldMasterMk cId="4071276914" sldId="2147483714"/>
            <pc:sldLayoutMk cId="1380956598" sldId="2147483718"/>
          </pc:sldLayoutMkLst>
        </pc:sldLayoutChg>
        <pc:sldLayoutChg chg="add del mod replId">
          <pc:chgData name="Elliott Shi" userId="xrrfyonBEbHKFTOkml6SoIC322YCft+YidanRQ9nhoU=" providerId="None" clId="Web-{881698F4-D94B-410A-B71D-113C4A5C52AE}" dt="2025-12-08T17:28:21.505" v="16"/>
          <pc:sldLayoutMkLst>
            <pc:docMk/>
            <pc:sldMasterMk cId="4071276914" sldId="2147483714"/>
            <pc:sldLayoutMk cId="1066433780" sldId="2147483719"/>
          </pc:sldLayoutMkLst>
        </pc:sldLayoutChg>
        <pc:sldLayoutChg chg="add del mod replId">
          <pc:chgData name="Elliott Shi" userId="xrrfyonBEbHKFTOkml6SoIC322YCft+YidanRQ9nhoU=" providerId="None" clId="Web-{881698F4-D94B-410A-B71D-113C4A5C52AE}" dt="2025-12-08T17:28:21.505" v="16"/>
          <pc:sldLayoutMkLst>
            <pc:docMk/>
            <pc:sldMasterMk cId="4071276914" sldId="2147483714"/>
            <pc:sldLayoutMk cId="1235173043" sldId="2147483720"/>
          </pc:sldLayoutMkLst>
        </pc:sldLayoutChg>
        <pc:sldLayoutChg chg="add del mod replId">
          <pc:chgData name="Elliott Shi" userId="xrrfyonBEbHKFTOkml6SoIC322YCft+YidanRQ9nhoU=" providerId="None" clId="Web-{881698F4-D94B-410A-B71D-113C4A5C52AE}" dt="2025-12-08T17:28:21.505" v="16"/>
          <pc:sldLayoutMkLst>
            <pc:docMk/>
            <pc:sldMasterMk cId="4071276914" sldId="2147483714"/>
            <pc:sldLayoutMk cId="3365906200" sldId="2147483721"/>
          </pc:sldLayoutMkLst>
        </pc:sldLayoutChg>
        <pc:sldLayoutChg chg="add del mod replId">
          <pc:chgData name="Elliott Shi" userId="xrrfyonBEbHKFTOkml6SoIC322YCft+YidanRQ9nhoU=" providerId="None" clId="Web-{881698F4-D94B-410A-B71D-113C4A5C52AE}" dt="2025-12-08T17:28:21.505" v="16"/>
          <pc:sldLayoutMkLst>
            <pc:docMk/>
            <pc:sldMasterMk cId="4071276914" sldId="2147483714"/>
            <pc:sldLayoutMk cId="3239955230" sldId="2147483722"/>
          </pc:sldLayoutMkLst>
        </pc:sldLayoutChg>
        <pc:sldLayoutChg chg="add del mod replId">
          <pc:chgData name="Elliott Shi" userId="xrrfyonBEbHKFTOkml6SoIC322YCft+YidanRQ9nhoU=" providerId="None" clId="Web-{881698F4-D94B-410A-B71D-113C4A5C52AE}" dt="2025-12-08T17:28:21.505" v="16"/>
          <pc:sldLayoutMkLst>
            <pc:docMk/>
            <pc:sldMasterMk cId="4071276914" sldId="2147483714"/>
            <pc:sldLayoutMk cId="2228484956" sldId="2147483723"/>
          </pc:sldLayoutMkLst>
        </pc:sldLayoutChg>
        <pc:sldLayoutChg chg="add del mod replId">
          <pc:chgData name="Elliott Shi" userId="xrrfyonBEbHKFTOkml6SoIC322YCft+YidanRQ9nhoU=" providerId="None" clId="Web-{881698F4-D94B-410A-B71D-113C4A5C52AE}" dt="2025-12-08T17:28:21.505" v="16"/>
          <pc:sldLayoutMkLst>
            <pc:docMk/>
            <pc:sldMasterMk cId="4071276914" sldId="2147483714"/>
            <pc:sldLayoutMk cId="3296096584" sldId="2147483724"/>
          </pc:sldLayoutMkLst>
        </pc:sldLayoutChg>
        <pc:sldLayoutChg chg="add del mod replId">
          <pc:chgData name="Elliott Shi" userId="xrrfyonBEbHKFTOkml6SoIC322YCft+YidanRQ9nhoU=" providerId="None" clId="Web-{881698F4-D94B-410A-B71D-113C4A5C52AE}" dt="2025-12-08T17:28:21.505" v="16"/>
          <pc:sldLayoutMkLst>
            <pc:docMk/>
            <pc:sldMasterMk cId="4071276914" sldId="2147483714"/>
            <pc:sldLayoutMk cId="4255767025" sldId="2147483725"/>
          </pc:sldLayoutMkLst>
        </pc:sldLayoutChg>
      </pc:sldMasterChg>
      <pc:sldMasterChg chg="add addSldLayout modSldLayout">
        <pc:chgData name="Elliott Shi" userId="xrrfyonBEbHKFTOkml6SoIC322YCft+YidanRQ9nhoU=" providerId="None" clId="Web-{881698F4-D94B-410A-B71D-113C4A5C52AE}" dt="2025-12-08T17:28:21.505" v="16"/>
        <pc:sldMasterMkLst>
          <pc:docMk/>
          <pc:sldMasterMk cId="3361964798" sldId="2147483726"/>
        </pc:sldMasterMkLst>
        <pc:sldLayoutChg chg="add mod replId">
          <pc:chgData name="Elliott Shi" userId="xrrfyonBEbHKFTOkml6SoIC322YCft+YidanRQ9nhoU=" providerId="None" clId="Web-{881698F4-D94B-410A-B71D-113C4A5C52AE}" dt="2025-12-08T17:28:21.505" v="16"/>
          <pc:sldLayoutMkLst>
            <pc:docMk/>
            <pc:sldMasterMk cId="3361964798" sldId="2147483726"/>
            <pc:sldLayoutMk cId="2445011626" sldId="2147483727"/>
          </pc:sldLayoutMkLst>
        </pc:sldLayoutChg>
        <pc:sldLayoutChg chg="add mod replId">
          <pc:chgData name="Elliott Shi" userId="xrrfyonBEbHKFTOkml6SoIC322YCft+YidanRQ9nhoU=" providerId="None" clId="Web-{881698F4-D94B-410A-B71D-113C4A5C52AE}" dt="2025-12-08T17:28:21.505" v="16"/>
          <pc:sldLayoutMkLst>
            <pc:docMk/>
            <pc:sldMasterMk cId="3361964798" sldId="2147483726"/>
            <pc:sldLayoutMk cId="932800192" sldId="2147483728"/>
          </pc:sldLayoutMkLst>
        </pc:sldLayoutChg>
        <pc:sldLayoutChg chg="add mod replId">
          <pc:chgData name="Elliott Shi" userId="xrrfyonBEbHKFTOkml6SoIC322YCft+YidanRQ9nhoU=" providerId="None" clId="Web-{881698F4-D94B-410A-B71D-113C4A5C52AE}" dt="2025-12-08T17:28:21.505" v="16"/>
          <pc:sldLayoutMkLst>
            <pc:docMk/>
            <pc:sldMasterMk cId="3361964798" sldId="2147483726"/>
            <pc:sldLayoutMk cId="3662931574" sldId="2147483729"/>
          </pc:sldLayoutMkLst>
        </pc:sldLayoutChg>
        <pc:sldLayoutChg chg="add mod replId">
          <pc:chgData name="Elliott Shi" userId="xrrfyonBEbHKFTOkml6SoIC322YCft+YidanRQ9nhoU=" providerId="None" clId="Web-{881698F4-D94B-410A-B71D-113C4A5C52AE}" dt="2025-12-08T17:28:21.505" v="16"/>
          <pc:sldLayoutMkLst>
            <pc:docMk/>
            <pc:sldMasterMk cId="3361964798" sldId="2147483726"/>
            <pc:sldLayoutMk cId="2891461371" sldId="2147483730"/>
          </pc:sldLayoutMkLst>
        </pc:sldLayoutChg>
        <pc:sldLayoutChg chg="add mod replId">
          <pc:chgData name="Elliott Shi" userId="xrrfyonBEbHKFTOkml6SoIC322YCft+YidanRQ9nhoU=" providerId="None" clId="Web-{881698F4-D94B-410A-B71D-113C4A5C52AE}" dt="2025-12-08T17:28:21.505" v="16"/>
          <pc:sldLayoutMkLst>
            <pc:docMk/>
            <pc:sldMasterMk cId="3361964798" sldId="2147483726"/>
            <pc:sldLayoutMk cId="2601557377" sldId="2147483731"/>
          </pc:sldLayoutMkLst>
        </pc:sldLayoutChg>
        <pc:sldLayoutChg chg="add mod replId">
          <pc:chgData name="Elliott Shi" userId="xrrfyonBEbHKFTOkml6SoIC322YCft+YidanRQ9nhoU=" providerId="None" clId="Web-{881698F4-D94B-410A-B71D-113C4A5C52AE}" dt="2025-12-08T17:28:21.505" v="16"/>
          <pc:sldLayoutMkLst>
            <pc:docMk/>
            <pc:sldMasterMk cId="3361964798" sldId="2147483726"/>
            <pc:sldLayoutMk cId="3723153939" sldId="2147483732"/>
          </pc:sldLayoutMkLst>
        </pc:sldLayoutChg>
        <pc:sldLayoutChg chg="add mod replId">
          <pc:chgData name="Elliott Shi" userId="xrrfyonBEbHKFTOkml6SoIC322YCft+YidanRQ9nhoU=" providerId="None" clId="Web-{881698F4-D94B-410A-B71D-113C4A5C52AE}" dt="2025-12-08T17:28:21.505" v="16"/>
          <pc:sldLayoutMkLst>
            <pc:docMk/>
            <pc:sldMasterMk cId="3361964798" sldId="2147483726"/>
            <pc:sldLayoutMk cId="1014007569" sldId="2147483733"/>
          </pc:sldLayoutMkLst>
        </pc:sldLayoutChg>
        <pc:sldLayoutChg chg="add mod replId">
          <pc:chgData name="Elliott Shi" userId="xrrfyonBEbHKFTOkml6SoIC322YCft+YidanRQ9nhoU=" providerId="None" clId="Web-{881698F4-D94B-410A-B71D-113C4A5C52AE}" dt="2025-12-08T17:28:21.505" v="16"/>
          <pc:sldLayoutMkLst>
            <pc:docMk/>
            <pc:sldMasterMk cId="3361964798" sldId="2147483726"/>
            <pc:sldLayoutMk cId="3653256344" sldId="2147483734"/>
          </pc:sldLayoutMkLst>
        </pc:sldLayoutChg>
        <pc:sldLayoutChg chg="add mod replId">
          <pc:chgData name="Elliott Shi" userId="xrrfyonBEbHKFTOkml6SoIC322YCft+YidanRQ9nhoU=" providerId="None" clId="Web-{881698F4-D94B-410A-B71D-113C4A5C52AE}" dt="2025-12-08T17:28:21.505" v="16"/>
          <pc:sldLayoutMkLst>
            <pc:docMk/>
            <pc:sldMasterMk cId="3361964798" sldId="2147483726"/>
            <pc:sldLayoutMk cId="3726952027" sldId="2147483735"/>
          </pc:sldLayoutMkLst>
        </pc:sldLayoutChg>
        <pc:sldLayoutChg chg="add mod replId">
          <pc:chgData name="Elliott Shi" userId="xrrfyonBEbHKFTOkml6SoIC322YCft+YidanRQ9nhoU=" providerId="None" clId="Web-{881698F4-D94B-410A-B71D-113C4A5C52AE}" dt="2025-12-08T17:28:21.505" v="16"/>
          <pc:sldLayoutMkLst>
            <pc:docMk/>
            <pc:sldMasterMk cId="3361964798" sldId="2147483726"/>
            <pc:sldLayoutMk cId="1168776388" sldId="2147483736"/>
          </pc:sldLayoutMkLst>
        </pc:sldLayoutChg>
        <pc:sldLayoutChg chg="add mod replId">
          <pc:chgData name="Elliott Shi" userId="xrrfyonBEbHKFTOkml6SoIC322YCft+YidanRQ9nhoU=" providerId="None" clId="Web-{881698F4-D94B-410A-B71D-113C4A5C52AE}" dt="2025-12-08T17:28:21.505" v="16"/>
          <pc:sldLayoutMkLst>
            <pc:docMk/>
            <pc:sldMasterMk cId="3361964798" sldId="2147483726"/>
            <pc:sldLayoutMk cId="857014789" sldId="2147483737"/>
          </pc:sldLayoutMkLst>
        </pc:sldLayoutChg>
      </pc:sldMasterChg>
    </pc:docChg>
  </pc:docChgLst>
  <pc:docChgLst>
    <pc:chgData name="Olivia Rose Harper" userId="CBx6f2DXmpzgAAomXMAKlkWdYSG4A3OFHk1+uBzOK5s=" providerId="None" clId="Web-{CFF60F1D-4518-4F43-A0F1-BE67D34DF793}"/>
    <pc:docChg chg="addSld delSld modSld">
      <pc:chgData name="Olivia Rose Harper" userId="CBx6f2DXmpzgAAomXMAKlkWdYSG4A3OFHk1+uBzOK5s=" providerId="None" clId="Web-{CFF60F1D-4518-4F43-A0F1-BE67D34DF793}" dt="2025-12-09T04:05:21.370" v="1377" actId="20577"/>
      <pc:docMkLst>
        <pc:docMk/>
      </pc:docMkLst>
      <pc:sldChg chg="modSp">
        <pc:chgData name="Olivia Rose Harper" userId="CBx6f2DXmpzgAAomXMAKlkWdYSG4A3OFHk1+uBzOK5s=" providerId="None" clId="Web-{CFF60F1D-4518-4F43-A0F1-BE67D34DF793}" dt="2025-12-09T02:58:01.503" v="406" actId="20577"/>
        <pc:sldMkLst>
          <pc:docMk/>
          <pc:sldMk cId="995719016" sldId="258"/>
        </pc:sldMkLst>
        <pc:spChg chg="mod">
          <ac:chgData name="Olivia Rose Harper" userId="CBx6f2DXmpzgAAomXMAKlkWdYSG4A3OFHk1+uBzOK5s=" providerId="None" clId="Web-{CFF60F1D-4518-4F43-A0F1-BE67D34DF793}" dt="2025-12-09T02:58:01.503" v="406" actId="20577"/>
          <ac:spMkLst>
            <pc:docMk/>
            <pc:sldMk cId="995719016" sldId="258"/>
            <ac:spMk id="76" creationId="{6249F59B-D300-6A49-B290-9A94C581AE01}"/>
          </ac:spMkLst>
        </pc:spChg>
      </pc:sldChg>
      <pc:sldChg chg="modSp">
        <pc:chgData name="Olivia Rose Harper" userId="CBx6f2DXmpzgAAomXMAKlkWdYSG4A3OFHk1+uBzOK5s=" providerId="None" clId="Web-{CFF60F1D-4518-4F43-A0F1-BE67D34DF793}" dt="2025-12-09T03:45:25.792" v="1142" actId="20577"/>
        <pc:sldMkLst>
          <pc:docMk/>
          <pc:sldMk cId="1442742431" sldId="260"/>
        </pc:sldMkLst>
        <pc:spChg chg="mod">
          <ac:chgData name="Olivia Rose Harper" userId="CBx6f2DXmpzgAAomXMAKlkWdYSG4A3OFHk1+uBzOK5s=" providerId="None" clId="Web-{CFF60F1D-4518-4F43-A0F1-BE67D34DF793}" dt="2025-12-09T03:45:25.792" v="1142" actId="20577"/>
          <ac:spMkLst>
            <pc:docMk/>
            <pc:sldMk cId="1442742431" sldId="260"/>
            <ac:spMk id="76" creationId="{6143B13C-3593-959A-F107-ABD884EEC0EB}"/>
          </ac:spMkLst>
        </pc:spChg>
      </pc:sldChg>
      <pc:sldChg chg="addSp delSp modSp mod modClrScheme chgLayout">
        <pc:chgData name="Olivia Rose Harper" userId="CBx6f2DXmpzgAAomXMAKlkWdYSG4A3OFHk1+uBzOK5s=" providerId="None" clId="Web-{CFF60F1D-4518-4F43-A0F1-BE67D34DF793}" dt="2025-12-09T02:57:17.237" v="405" actId="1076"/>
        <pc:sldMkLst>
          <pc:docMk/>
          <pc:sldMk cId="2482763088" sldId="261"/>
        </pc:sldMkLst>
        <pc:spChg chg="mod ord">
          <ac:chgData name="Olivia Rose Harper" userId="CBx6f2DXmpzgAAomXMAKlkWdYSG4A3OFHk1+uBzOK5s=" providerId="None" clId="Web-{CFF60F1D-4518-4F43-A0F1-BE67D34DF793}" dt="2025-12-09T02:40:46.464" v="240" actId="1076"/>
          <ac:spMkLst>
            <pc:docMk/>
            <pc:sldMk cId="2482763088" sldId="261"/>
            <ac:spMk id="2" creationId="{DA6E073E-867B-F408-9F2A-DE331652EDF9}"/>
          </ac:spMkLst>
        </pc:spChg>
        <pc:spChg chg="del mod ord">
          <ac:chgData name="Olivia Rose Harper" userId="CBx6f2DXmpzgAAomXMAKlkWdYSG4A3OFHk1+uBzOK5s=" providerId="None" clId="Web-{CFF60F1D-4518-4F43-A0F1-BE67D34DF793}" dt="2025-12-09T02:37:36.558" v="7"/>
          <ac:spMkLst>
            <pc:docMk/>
            <pc:sldMk cId="2482763088" sldId="261"/>
            <ac:spMk id="3" creationId="{31761F6C-560E-799E-0764-DECD18A50107}"/>
          </ac:spMkLst>
        </pc:spChg>
        <pc:spChg chg="add mod">
          <ac:chgData name="Olivia Rose Harper" userId="CBx6f2DXmpzgAAomXMAKlkWdYSG4A3OFHk1+uBzOK5s=" providerId="None" clId="Web-{CFF60F1D-4518-4F43-A0F1-BE67D34DF793}" dt="2025-12-09T02:46:24.917" v="365" actId="20577"/>
          <ac:spMkLst>
            <pc:docMk/>
            <pc:sldMk cId="2482763088" sldId="261"/>
            <ac:spMk id="5" creationId="{A8B47EF5-55F6-9B31-81CF-3F2EF65D93EF}"/>
          </ac:spMkLst>
        </pc:spChg>
        <pc:spChg chg="mod">
          <ac:chgData name="Olivia Rose Harper" userId="CBx6f2DXmpzgAAomXMAKlkWdYSG4A3OFHk1+uBzOK5s=" providerId="None" clId="Web-{CFF60F1D-4518-4F43-A0F1-BE67D34DF793}" dt="2025-12-09T02:54:35.628" v="391" actId="20577"/>
          <ac:spMkLst>
            <pc:docMk/>
            <pc:sldMk cId="2482763088" sldId="261"/>
            <ac:spMk id="6" creationId="{17A41693-AE74-ADB1-EC66-8B76FB38EC13}"/>
          </ac:spMkLst>
        </pc:spChg>
        <pc:spChg chg="mod">
          <ac:chgData name="Olivia Rose Harper" userId="CBx6f2DXmpzgAAomXMAKlkWdYSG4A3OFHk1+uBzOK5s=" providerId="None" clId="Web-{CFF60F1D-4518-4F43-A0F1-BE67D34DF793}" dt="2025-12-09T02:42:44.574" v="335" actId="1076"/>
          <ac:spMkLst>
            <pc:docMk/>
            <pc:sldMk cId="2482763088" sldId="261"/>
            <ac:spMk id="9" creationId="{A17B762F-1561-9C17-50DD-9D9D9B8DAD76}"/>
          </ac:spMkLst>
        </pc:spChg>
        <pc:picChg chg="add del mod">
          <ac:chgData name="Olivia Rose Harper" userId="CBx6f2DXmpzgAAomXMAKlkWdYSG4A3OFHk1+uBzOK5s=" providerId="None" clId="Web-{CFF60F1D-4518-4F43-A0F1-BE67D34DF793}" dt="2025-12-09T02:55:58.331" v="396"/>
          <ac:picMkLst>
            <pc:docMk/>
            <pc:sldMk cId="2482763088" sldId="261"/>
            <ac:picMk id="7" creationId="{C7AA8D62-7457-E376-51DF-3DA7394427B9}"/>
          </ac:picMkLst>
        </pc:picChg>
        <pc:picChg chg="add del mod">
          <ac:chgData name="Olivia Rose Harper" userId="CBx6f2DXmpzgAAomXMAKlkWdYSG4A3OFHk1+uBzOK5s=" providerId="None" clId="Web-{CFF60F1D-4518-4F43-A0F1-BE67D34DF793}" dt="2025-12-09T02:56:52.581" v="400"/>
          <ac:picMkLst>
            <pc:docMk/>
            <pc:sldMk cId="2482763088" sldId="261"/>
            <ac:picMk id="8" creationId="{56878592-BB1E-07FB-5427-9E3A3F903916}"/>
          </ac:picMkLst>
        </pc:picChg>
        <pc:picChg chg="add mod">
          <ac:chgData name="Olivia Rose Harper" userId="CBx6f2DXmpzgAAomXMAKlkWdYSG4A3OFHk1+uBzOK5s=" providerId="None" clId="Web-{CFF60F1D-4518-4F43-A0F1-BE67D34DF793}" dt="2025-12-09T02:57:17.237" v="405" actId="1076"/>
          <ac:picMkLst>
            <pc:docMk/>
            <pc:sldMk cId="2482763088" sldId="261"/>
            <ac:picMk id="10" creationId="{AC0A42F2-821E-114F-266F-5747A998CE08}"/>
          </ac:picMkLst>
        </pc:picChg>
      </pc:sldChg>
      <pc:sldChg chg="modSp">
        <pc:chgData name="Olivia Rose Harper" userId="CBx6f2DXmpzgAAomXMAKlkWdYSG4A3OFHk1+uBzOK5s=" providerId="None" clId="Web-{CFF60F1D-4518-4F43-A0F1-BE67D34DF793}" dt="2025-12-09T03:09:47.190" v="557" actId="14100"/>
        <pc:sldMkLst>
          <pc:docMk/>
          <pc:sldMk cId="2350905346" sldId="263"/>
        </pc:sldMkLst>
        <pc:spChg chg="mod">
          <ac:chgData name="Olivia Rose Harper" userId="CBx6f2DXmpzgAAomXMAKlkWdYSG4A3OFHk1+uBzOK5s=" providerId="None" clId="Web-{CFF60F1D-4518-4F43-A0F1-BE67D34DF793}" dt="2025-12-09T03:09:47.190" v="557" actId="14100"/>
          <ac:spMkLst>
            <pc:docMk/>
            <pc:sldMk cId="2350905346" sldId="263"/>
            <ac:spMk id="76" creationId="{C77A475B-B347-CB1A-BBA7-F1C4708DB043}"/>
          </ac:spMkLst>
        </pc:spChg>
      </pc:sldChg>
      <pc:sldChg chg="addSp modSp new del">
        <pc:chgData name="Olivia Rose Harper" userId="CBx6f2DXmpzgAAomXMAKlkWdYSG4A3OFHk1+uBzOK5s=" providerId="None" clId="Web-{CFF60F1D-4518-4F43-A0F1-BE67D34DF793}" dt="2025-12-09T02:38:11.199" v="27"/>
        <pc:sldMkLst>
          <pc:docMk/>
          <pc:sldMk cId="2266308715" sldId="264"/>
        </pc:sldMkLst>
        <pc:spChg chg="add mod">
          <ac:chgData name="Olivia Rose Harper" userId="CBx6f2DXmpzgAAomXMAKlkWdYSG4A3OFHk1+uBzOK5s=" providerId="None" clId="Web-{CFF60F1D-4518-4F43-A0F1-BE67D34DF793}" dt="2025-12-09T02:36:57.839" v="2" actId="20577"/>
          <ac:spMkLst>
            <pc:docMk/>
            <pc:sldMk cId="2266308715" sldId="264"/>
            <ac:spMk id="3" creationId="{3EBCBAAA-6E9B-C407-E8B7-11D223744A20}"/>
          </ac:spMkLst>
        </pc:spChg>
      </pc:sldChg>
      <pc:sldChg chg="modSp">
        <pc:chgData name="Olivia Rose Harper" userId="CBx6f2DXmpzgAAomXMAKlkWdYSG4A3OFHk1+uBzOK5s=" providerId="None" clId="Web-{CFF60F1D-4518-4F43-A0F1-BE67D34DF793}" dt="2025-12-09T04:05:21.370" v="1377" actId="20577"/>
        <pc:sldMkLst>
          <pc:docMk/>
          <pc:sldMk cId="4193864367" sldId="268"/>
        </pc:sldMkLst>
        <pc:spChg chg="mod">
          <ac:chgData name="Olivia Rose Harper" userId="CBx6f2DXmpzgAAomXMAKlkWdYSG4A3OFHk1+uBzOK5s=" providerId="None" clId="Web-{CFF60F1D-4518-4F43-A0F1-BE67D34DF793}" dt="2025-12-09T04:05:21.370" v="1377" actId="20577"/>
          <ac:spMkLst>
            <pc:docMk/>
            <pc:sldMk cId="4193864367" sldId="268"/>
            <ac:spMk id="8" creationId="{032E6B96-1B23-8BFD-3DD2-42C5652D1F41}"/>
          </ac:spMkLst>
        </pc:spChg>
      </pc:sldChg>
      <pc:sldChg chg="addSp delSp modSp new">
        <pc:chgData name="Olivia Rose Harper" userId="CBx6f2DXmpzgAAomXMAKlkWdYSG4A3OFHk1+uBzOK5s=" providerId="None" clId="Web-{CFF60F1D-4518-4F43-A0F1-BE67D34DF793}" dt="2025-12-09T03:38:17.729" v="1016" actId="1076"/>
        <pc:sldMkLst>
          <pc:docMk/>
          <pc:sldMk cId="2856400240" sldId="270"/>
        </pc:sldMkLst>
        <pc:spChg chg="mod">
          <ac:chgData name="Olivia Rose Harper" userId="CBx6f2DXmpzgAAomXMAKlkWdYSG4A3OFHk1+uBzOK5s=" providerId="None" clId="Web-{CFF60F1D-4518-4F43-A0F1-BE67D34DF793}" dt="2025-12-09T03:10:32.331" v="573" actId="20577"/>
          <ac:spMkLst>
            <pc:docMk/>
            <pc:sldMk cId="2856400240" sldId="270"/>
            <ac:spMk id="2" creationId="{FB06CAB6-8516-209B-131E-B2A39595217F}"/>
          </ac:spMkLst>
        </pc:spChg>
        <pc:spChg chg="add del">
          <ac:chgData name="Olivia Rose Harper" userId="CBx6f2DXmpzgAAomXMAKlkWdYSG4A3OFHk1+uBzOK5s=" providerId="None" clId="Web-{CFF60F1D-4518-4F43-A0F1-BE67D34DF793}" dt="2025-12-09T03:18:48.518" v="587"/>
          <ac:spMkLst>
            <pc:docMk/>
            <pc:sldMk cId="2856400240" sldId="270"/>
            <ac:spMk id="3" creationId="{1695F499-03DA-C8BF-1B73-03742C6B93CD}"/>
          </ac:spMkLst>
        </pc:spChg>
        <pc:spChg chg="del">
          <ac:chgData name="Olivia Rose Harper" userId="CBx6f2DXmpzgAAomXMAKlkWdYSG4A3OFHk1+uBzOK5s=" providerId="None" clId="Web-{CFF60F1D-4518-4F43-A0F1-BE67D34DF793}" dt="2025-12-09T03:19:32.893" v="591"/>
          <ac:spMkLst>
            <pc:docMk/>
            <pc:sldMk cId="2856400240" sldId="270"/>
            <ac:spMk id="4" creationId="{4F9FDEF3-E068-222D-B41F-C42EEDE115FD}"/>
          </ac:spMkLst>
        </pc:spChg>
        <pc:spChg chg="add del mod">
          <ac:chgData name="Olivia Rose Harper" userId="CBx6f2DXmpzgAAomXMAKlkWdYSG4A3OFHk1+uBzOK5s=" providerId="None" clId="Web-{CFF60F1D-4518-4F43-A0F1-BE67D34DF793}" dt="2025-12-09T03:20:09.424" v="597"/>
          <ac:spMkLst>
            <pc:docMk/>
            <pc:sldMk cId="2856400240" sldId="270"/>
            <ac:spMk id="8" creationId="{D11101ED-51ED-2182-AC4D-DBE4CA6464D2}"/>
          </ac:spMkLst>
        </pc:spChg>
        <pc:spChg chg="add mod">
          <ac:chgData name="Olivia Rose Harper" userId="CBx6f2DXmpzgAAomXMAKlkWdYSG4A3OFHk1+uBzOK5s=" providerId="None" clId="Web-{CFF60F1D-4518-4F43-A0F1-BE67D34DF793}" dt="2025-12-09T03:38:17.729" v="1016" actId="1076"/>
          <ac:spMkLst>
            <pc:docMk/>
            <pc:sldMk cId="2856400240" sldId="270"/>
            <ac:spMk id="14" creationId="{578912EA-788A-C00B-F968-B2B8F54010D3}"/>
          </ac:spMkLst>
        </pc:spChg>
        <pc:picChg chg="add del mod ord">
          <ac:chgData name="Olivia Rose Harper" userId="CBx6f2DXmpzgAAomXMAKlkWdYSG4A3OFHk1+uBzOK5s=" providerId="None" clId="Web-{CFF60F1D-4518-4F43-A0F1-BE67D34DF793}" dt="2025-12-09T03:18:36.330" v="586"/>
          <ac:picMkLst>
            <pc:docMk/>
            <pc:sldMk cId="2856400240" sldId="270"/>
            <ac:picMk id="5" creationId="{D8C9BC0E-DF00-DC5E-7C9E-12F9A8CBB7AE}"/>
          </ac:picMkLst>
        </pc:picChg>
        <pc:picChg chg="add del mod ord">
          <ac:chgData name="Olivia Rose Harper" userId="CBx6f2DXmpzgAAomXMAKlkWdYSG4A3OFHk1+uBzOK5s=" providerId="None" clId="Web-{CFF60F1D-4518-4F43-A0F1-BE67D34DF793}" dt="2025-12-09T03:18:58.924" v="590"/>
          <ac:picMkLst>
            <pc:docMk/>
            <pc:sldMk cId="2856400240" sldId="270"/>
            <ac:picMk id="6" creationId="{C2A63E1B-33B6-1CB3-73B4-A3E7FC35F1FF}"/>
          </ac:picMkLst>
        </pc:picChg>
        <pc:picChg chg="add mod ord">
          <ac:chgData name="Olivia Rose Harper" userId="CBx6f2DXmpzgAAomXMAKlkWdYSG4A3OFHk1+uBzOK5s=" providerId="None" clId="Web-{CFF60F1D-4518-4F43-A0F1-BE67D34DF793}" dt="2025-12-09T03:25:48.627" v="623" actId="14100"/>
          <ac:picMkLst>
            <pc:docMk/>
            <pc:sldMk cId="2856400240" sldId="270"/>
            <ac:picMk id="9" creationId="{F67BADAD-BF79-A60B-D06D-91408AA4803A}"/>
          </ac:picMkLst>
        </pc:picChg>
        <pc:picChg chg="add del mod ord">
          <ac:chgData name="Olivia Rose Harper" userId="CBx6f2DXmpzgAAomXMAKlkWdYSG4A3OFHk1+uBzOK5s=" providerId="None" clId="Web-{CFF60F1D-4518-4F43-A0F1-BE67D34DF793}" dt="2025-12-09T03:19:52.643" v="593"/>
          <ac:picMkLst>
            <pc:docMk/>
            <pc:sldMk cId="2856400240" sldId="270"/>
            <ac:picMk id="10" creationId="{47D369B3-5D95-F168-C0B7-C8C7B7489800}"/>
          </ac:picMkLst>
        </pc:picChg>
        <pc:picChg chg="add mod ord">
          <ac:chgData name="Olivia Rose Harper" userId="CBx6f2DXmpzgAAomXMAKlkWdYSG4A3OFHk1+uBzOK5s=" providerId="None" clId="Web-{CFF60F1D-4518-4F43-A0F1-BE67D34DF793}" dt="2025-12-09T03:24:07.940" v="609" actId="1076"/>
          <ac:picMkLst>
            <pc:docMk/>
            <pc:sldMk cId="2856400240" sldId="270"/>
            <ac:picMk id="11" creationId="{54C354A4-AF88-169B-B794-26AE55F21EF4}"/>
          </ac:picMkLst>
        </pc:picChg>
        <pc:picChg chg="add mod">
          <ac:chgData name="Olivia Rose Harper" userId="CBx6f2DXmpzgAAomXMAKlkWdYSG4A3OFHk1+uBzOK5s=" providerId="None" clId="Web-{CFF60F1D-4518-4F43-A0F1-BE67D34DF793}" dt="2025-12-09T03:24:15.893" v="612" actId="1076"/>
          <ac:picMkLst>
            <pc:docMk/>
            <pc:sldMk cId="2856400240" sldId="270"/>
            <ac:picMk id="12" creationId="{C975830A-BDAB-6E05-94F4-FC44134AAAAC}"/>
          </ac:picMkLst>
        </pc:picChg>
        <pc:picChg chg="add mod">
          <ac:chgData name="Olivia Rose Harper" userId="CBx6f2DXmpzgAAomXMAKlkWdYSG4A3OFHk1+uBzOK5s=" providerId="None" clId="Web-{CFF60F1D-4518-4F43-A0F1-BE67D34DF793}" dt="2025-12-09T03:26:10.987" v="641" actId="1076"/>
          <ac:picMkLst>
            <pc:docMk/>
            <pc:sldMk cId="2856400240" sldId="270"/>
            <ac:picMk id="13" creationId="{B8D06274-7679-A0D5-7F46-D2F98AEB5AF8}"/>
          </ac:picMkLst>
        </pc:picChg>
      </pc:sldChg>
      <pc:sldChg chg="addSp delSp modSp add replId">
        <pc:chgData name="Olivia Rose Harper" userId="CBx6f2DXmpzgAAomXMAKlkWdYSG4A3OFHk1+uBzOK5s=" providerId="None" clId="Web-{CFF60F1D-4518-4F43-A0F1-BE67D34DF793}" dt="2025-12-09T04:03:14.761" v="1325" actId="1076"/>
        <pc:sldMkLst>
          <pc:docMk/>
          <pc:sldMk cId="3026446124" sldId="271"/>
        </pc:sldMkLst>
        <pc:spChg chg="mod">
          <ac:chgData name="Olivia Rose Harper" userId="CBx6f2DXmpzgAAomXMAKlkWdYSG4A3OFHk1+uBzOK5s=" providerId="None" clId="Web-{CFF60F1D-4518-4F43-A0F1-BE67D34DF793}" dt="2025-12-09T03:10:57.378" v="580" actId="20577"/>
          <ac:spMkLst>
            <pc:docMk/>
            <pc:sldMk cId="3026446124" sldId="271"/>
            <ac:spMk id="2" creationId="{BC3D7731-433A-5CDC-C276-FC8CA5058963}"/>
          </ac:spMkLst>
        </pc:spChg>
        <pc:spChg chg="del">
          <ac:chgData name="Olivia Rose Harper" userId="CBx6f2DXmpzgAAomXMAKlkWdYSG4A3OFHk1+uBzOK5s=" providerId="None" clId="Web-{CFF60F1D-4518-4F43-A0F1-BE67D34DF793}" dt="2025-12-09T03:36:18.011" v="1004"/>
          <ac:spMkLst>
            <pc:docMk/>
            <pc:sldMk cId="3026446124" sldId="271"/>
            <ac:spMk id="3" creationId="{282C6D14-98E8-AA62-E8AB-C184D74471F4}"/>
          </ac:spMkLst>
        </pc:spChg>
        <pc:spChg chg="del mod">
          <ac:chgData name="Olivia Rose Harper" userId="CBx6f2DXmpzgAAomXMAKlkWdYSG4A3OFHk1+uBzOK5s=" providerId="None" clId="Web-{CFF60F1D-4518-4F43-A0F1-BE67D34DF793}" dt="2025-12-09T03:36:28.026" v="1007"/>
          <ac:spMkLst>
            <pc:docMk/>
            <pc:sldMk cId="3026446124" sldId="271"/>
            <ac:spMk id="4" creationId="{4E33D760-6C29-BB84-0990-A5A92E40F645}"/>
          </ac:spMkLst>
        </pc:spChg>
        <pc:spChg chg="add del mod">
          <ac:chgData name="Olivia Rose Harper" userId="CBx6f2DXmpzgAAomXMAKlkWdYSG4A3OFHk1+uBzOK5s=" providerId="None" clId="Web-{CFF60F1D-4518-4F43-A0F1-BE67D34DF793}" dt="2025-12-09T03:38:26.276" v="1019"/>
          <ac:spMkLst>
            <pc:docMk/>
            <pc:sldMk cId="3026446124" sldId="271"/>
            <ac:spMk id="7" creationId="{83F7730D-A71A-E98E-330E-9A8C38AC6DF8}"/>
          </ac:spMkLst>
        </pc:spChg>
        <pc:spChg chg="add mod">
          <ac:chgData name="Olivia Rose Harper" userId="CBx6f2DXmpzgAAomXMAKlkWdYSG4A3OFHk1+uBzOK5s=" providerId="None" clId="Web-{CFF60F1D-4518-4F43-A0F1-BE67D34DF793}" dt="2025-12-09T04:02:00.198" v="1321" actId="14100"/>
          <ac:spMkLst>
            <pc:docMk/>
            <pc:sldMk cId="3026446124" sldId="271"/>
            <ac:spMk id="8" creationId="{9D24E34E-2CA4-DF33-2955-1B3BCDEFC53D}"/>
          </ac:spMkLst>
        </pc:spChg>
        <pc:picChg chg="add mod ord">
          <ac:chgData name="Olivia Rose Harper" userId="CBx6f2DXmpzgAAomXMAKlkWdYSG4A3OFHk1+uBzOK5s=" providerId="None" clId="Web-{CFF60F1D-4518-4F43-A0F1-BE67D34DF793}" dt="2025-12-09T04:01:22.448" v="1317" actId="1076"/>
          <ac:picMkLst>
            <pc:docMk/>
            <pc:sldMk cId="3026446124" sldId="271"/>
            <ac:picMk id="5" creationId="{10DE0E45-6583-F218-E98D-533021F9AD79}"/>
          </ac:picMkLst>
        </pc:picChg>
        <pc:picChg chg="add mod">
          <ac:chgData name="Olivia Rose Harper" userId="CBx6f2DXmpzgAAomXMAKlkWdYSG4A3OFHk1+uBzOK5s=" providerId="None" clId="Web-{CFF60F1D-4518-4F43-A0F1-BE67D34DF793}" dt="2025-12-09T04:01:19.558" v="1316" actId="1076"/>
          <ac:picMkLst>
            <pc:docMk/>
            <pc:sldMk cId="3026446124" sldId="271"/>
            <ac:picMk id="6" creationId="{87CD65CA-B9B9-50DE-7066-CBF0B0267C1E}"/>
          </ac:picMkLst>
        </pc:picChg>
        <pc:picChg chg="add mod">
          <ac:chgData name="Olivia Rose Harper" userId="CBx6f2DXmpzgAAomXMAKlkWdYSG4A3OFHk1+uBzOK5s=" providerId="None" clId="Web-{CFF60F1D-4518-4F43-A0F1-BE67D34DF793}" dt="2025-12-09T04:03:14.761" v="1325" actId="1076"/>
          <ac:picMkLst>
            <pc:docMk/>
            <pc:sldMk cId="3026446124" sldId="271"/>
            <ac:picMk id="9" creationId="{42F35BA3-C009-A7F4-4C6D-F7F9CC0AC0A6}"/>
          </ac:picMkLst>
        </pc:picChg>
      </pc:sldChg>
      <pc:sldChg chg="addSp delSp modSp add replId">
        <pc:chgData name="Olivia Rose Harper" userId="CBx6f2DXmpzgAAomXMAKlkWdYSG4A3OFHk1+uBzOK5s=" providerId="None" clId="Web-{CFF60F1D-4518-4F43-A0F1-BE67D34DF793}" dt="2025-12-09T04:04:01.995" v="1336"/>
        <pc:sldMkLst>
          <pc:docMk/>
          <pc:sldMk cId="4074864344" sldId="273"/>
        </pc:sldMkLst>
        <pc:spChg chg="mod">
          <ac:chgData name="Olivia Rose Harper" userId="CBx6f2DXmpzgAAomXMAKlkWdYSG4A3OFHk1+uBzOK5s=" providerId="None" clId="Web-{CFF60F1D-4518-4F43-A0F1-BE67D34DF793}" dt="2025-12-09T04:03:38.042" v="1327" actId="20577"/>
          <ac:spMkLst>
            <pc:docMk/>
            <pc:sldMk cId="4074864344" sldId="273"/>
            <ac:spMk id="2" creationId="{7BE97D10-9B57-2050-6187-8E23972C0382}"/>
          </ac:spMkLst>
        </pc:spChg>
        <pc:spChg chg="add mod">
          <ac:chgData name="Olivia Rose Harper" userId="CBx6f2DXmpzgAAomXMAKlkWdYSG4A3OFHk1+uBzOK5s=" providerId="None" clId="Web-{CFF60F1D-4518-4F43-A0F1-BE67D34DF793}" dt="2025-12-09T04:03:59.573" v="1334" actId="20577"/>
          <ac:spMkLst>
            <pc:docMk/>
            <pc:sldMk cId="4074864344" sldId="273"/>
            <ac:spMk id="4" creationId="{E2A31376-0304-AE7A-651A-D1250EF7E720}"/>
          </ac:spMkLst>
        </pc:spChg>
        <pc:spChg chg="mod">
          <ac:chgData name="Olivia Rose Harper" userId="CBx6f2DXmpzgAAomXMAKlkWdYSG4A3OFHk1+uBzOK5s=" providerId="None" clId="Web-{CFF60F1D-4518-4F43-A0F1-BE67D34DF793}" dt="2025-12-09T04:03:55.495" v="1332" actId="20577"/>
          <ac:spMkLst>
            <pc:docMk/>
            <pc:sldMk cId="4074864344" sldId="273"/>
            <ac:spMk id="8" creationId="{E5B48D5B-EDD4-66CA-38D7-1A3D54672B03}"/>
          </ac:spMkLst>
        </pc:spChg>
        <pc:picChg chg="del">
          <ac:chgData name="Olivia Rose Harper" userId="CBx6f2DXmpzgAAomXMAKlkWdYSG4A3OFHk1+uBzOK5s=" providerId="None" clId="Web-{CFF60F1D-4518-4F43-A0F1-BE67D34DF793}" dt="2025-12-09T04:03:58.526" v="1333"/>
          <ac:picMkLst>
            <pc:docMk/>
            <pc:sldMk cId="4074864344" sldId="273"/>
            <ac:picMk id="9" creationId="{F35FF52D-9D8E-1553-ECDD-BFF39684A33F}"/>
          </ac:picMkLst>
        </pc:picChg>
        <pc:picChg chg="del">
          <ac:chgData name="Olivia Rose Harper" userId="CBx6f2DXmpzgAAomXMAKlkWdYSG4A3OFHk1+uBzOK5s=" providerId="None" clId="Web-{CFF60F1D-4518-4F43-A0F1-BE67D34DF793}" dt="2025-12-09T04:04:01.995" v="1336"/>
          <ac:picMkLst>
            <pc:docMk/>
            <pc:sldMk cId="4074864344" sldId="273"/>
            <ac:picMk id="10" creationId="{5D2A621A-7BAD-1B72-DC4B-3B0185CCE42B}"/>
          </ac:picMkLst>
        </pc:picChg>
        <pc:picChg chg="del">
          <ac:chgData name="Olivia Rose Harper" userId="CBx6f2DXmpzgAAomXMAKlkWdYSG4A3OFHk1+uBzOK5s=" providerId="None" clId="Web-{CFF60F1D-4518-4F43-A0F1-BE67D34DF793}" dt="2025-12-09T04:04:00.792" v="1335"/>
          <ac:picMkLst>
            <pc:docMk/>
            <pc:sldMk cId="4074864344" sldId="273"/>
            <ac:picMk id="11" creationId="{E22DAC62-0E0F-3FBB-C776-AB1BA53744A3}"/>
          </ac:picMkLst>
        </pc:picChg>
      </pc:sldChg>
      <pc:sldChg chg="modSp add replId">
        <pc:chgData name="Olivia Rose Harper" userId="CBx6f2DXmpzgAAomXMAKlkWdYSG4A3OFHk1+uBzOK5s=" providerId="None" clId="Web-{CFF60F1D-4518-4F43-A0F1-BE67D34DF793}" dt="2025-12-09T04:04:21.104" v="1341" actId="20577"/>
        <pc:sldMkLst>
          <pc:docMk/>
          <pc:sldMk cId="784406544" sldId="274"/>
        </pc:sldMkLst>
        <pc:spChg chg="mod">
          <ac:chgData name="Olivia Rose Harper" userId="CBx6f2DXmpzgAAomXMAKlkWdYSG4A3OFHk1+uBzOK5s=" providerId="None" clId="Web-{CFF60F1D-4518-4F43-A0F1-BE67D34DF793}" dt="2025-12-09T04:04:16.542" v="1338" actId="20577"/>
          <ac:spMkLst>
            <pc:docMk/>
            <pc:sldMk cId="784406544" sldId="274"/>
            <ac:spMk id="2" creationId="{446CFED0-D7E9-07D1-5416-A23D5D8F8A90}"/>
          </ac:spMkLst>
        </pc:spChg>
        <pc:spChg chg="mod">
          <ac:chgData name="Olivia Rose Harper" userId="CBx6f2DXmpzgAAomXMAKlkWdYSG4A3OFHk1+uBzOK5s=" providerId="None" clId="Web-{CFF60F1D-4518-4F43-A0F1-BE67D34DF793}" dt="2025-12-09T04:04:21.104" v="1341" actId="20577"/>
          <ac:spMkLst>
            <pc:docMk/>
            <pc:sldMk cId="784406544" sldId="274"/>
            <ac:spMk id="76" creationId="{8BACAEF6-C172-371C-AE4D-62B5712122FD}"/>
          </ac:spMkLst>
        </pc:spChg>
      </pc:sldChg>
    </pc:docChg>
  </pc:docChgLst>
  <pc:docChgLst>
    <pc:chgData name="Olivia Rose Harper" userId="CBx6f2DXmpzgAAomXMAKlkWdYSG4A3OFHk1+uBzOK5s=" providerId="None" clId="Web-{15DBEEE3-F028-4C1B-A375-A1B0FE19FE8C}"/>
    <pc:docChg chg="modSld">
      <pc:chgData name="Olivia Rose Harper" userId="CBx6f2DXmpzgAAomXMAKlkWdYSG4A3OFHk1+uBzOK5s=" providerId="None" clId="Web-{15DBEEE3-F028-4C1B-A375-A1B0FE19FE8C}" dt="2025-12-09T16:25:21.228" v="3136"/>
      <pc:docMkLst>
        <pc:docMk/>
      </pc:docMkLst>
      <pc:sldChg chg="addSp modSp modNotes">
        <pc:chgData name="Olivia Rose Harper" userId="CBx6f2DXmpzgAAomXMAKlkWdYSG4A3OFHk1+uBzOK5s=" providerId="None" clId="Web-{15DBEEE3-F028-4C1B-A375-A1B0FE19FE8C}" dt="2025-12-09T15:47:37.240" v="2317"/>
        <pc:sldMkLst>
          <pc:docMk/>
          <pc:sldMk cId="2856400240" sldId="270"/>
        </pc:sldMkLst>
        <pc:spChg chg="mod">
          <ac:chgData name="Olivia Rose Harper" userId="CBx6f2DXmpzgAAomXMAKlkWdYSG4A3OFHk1+uBzOK5s=" providerId="None" clId="Web-{15DBEEE3-F028-4C1B-A375-A1B0FE19FE8C}" dt="2025-12-09T15:38:51.282" v="1584" actId="1076"/>
          <ac:spMkLst>
            <pc:docMk/>
            <pc:sldMk cId="2856400240" sldId="270"/>
            <ac:spMk id="3" creationId="{3E7D2713-A22E-4683-BB01-FCC1671D6BC9}"/>
          </ac:spMkLst>
        </pc:spChg>
        <pc:spChg chg="mod">
          <ac:chgData name="Olivia Rose Harper" userId="CBx6f2DXmpzgAAomXMAKlkWdYSG4A3OFHk1+uBzOK5s=" providerId="None" clId="Web-{15DBEEE3-F028-4C1B-A375-A1B0FE19FE8C}" dt="2025-12-09T15:38:51.298" v="1585" actId="1076"/>
          <ac:spMkLst>
            <pc:docMk/>
            <pc:sldMk cId="2856400240" sldId="270"/>
            <ac:spMk id="4" creationId="{EA7FB2FA-DD71-4301-6B1C-19329E0DA777}"/>
          </ac:spMkLst>
        </pc:spChg>
        <pc:spChg chg="mod">
          <ac:chgData name="Olivia Rose Harper" userId="CBx6f2DXmpzgAAomXMAKlkWdYSG4A3OFHk1+uBzOK5s=" providerId="None" clId="Web-{15DBEEE3-F028-4C1B-A375-A1B0FE19FE8C}" dt="2025-12-09T15:39:51.832" v="1635" actId="1076"/>
          <ac:spMkLst>
            <pc:docMk/>
            <pc:sldMk cId="2856400240" sldId="270"/>
            <ac:spMk id="5" creationId="{188601BC-9361-DE4A-E850-10ED2CAC154F}"/>
          </ac:spMkLst>
        </pc:spChg>
        <pc:spChg chg="mod">
          <ac:chgData name="Olivia Rose Harper" userId="CBx6f2DXmpzgAAomXMAKlkWdYSG4A3OFHk1+uBzOK5s=" providerId="None" clId="Web-{15DBEEE3-F028-4C1B-A375-A1B0FE19FE8C}" dt="2025-12-09T15:38:37.579" v="1579" actId="1076"/>
          <ac:spMkLst>
            <pc:docMk/>
            <pc:sldMk cId="2856400240" sldId="270"/>
            <ac:spMk id="6" creationId="{4ED4C1B5-8FC6-8942-852F-25B29B477C00}"/>
          </ac:spMkLst>
        </pc:spChg>
        <pc:spChg chg="add mod">
          <ac:chgData name="Olivia Rose Harper" userId="CBx6f2DXmpzgAAomXMAKlkWdYSG4A3OFHk1+uBzOK5s=" providerId="None" clId="Web-{15DBEEE3-F028-4C1B-A375-A1B0FE19FE8C}" dt="2025-12-09T15:38:55.048" v="1587" actId="1076"/>
          <ac:spMkLst>
            <pc:docMk/>
            <pc:sldMk cId="2856400240" sldId="270"/>
            <ac:spMk id="8" creationId="{54C4E25E-727D-B690-5275-F9EF3DAFBF47}"/>
          </ac:spMkLst>
        </pc:spChg>
        <pc:spChg chg="mod">
          <ac:chgData name="Olivia Rose Harper" userId="CBx6f2DXmpzgAAomXMAKlkWdYSG4A3OFHk1+uBzOK5s=" providerId="None" clId="Web-{15DBEEE3-F028-4C1B-A375-A1B0FE19FE8C}" dt="2025-12-09T15:35:36.210" v="1380" actId="20577"/>
          <ac:spMkLst>
            <pc:docMk/>
            <pc:sldMk cId="2856400240" sldId="270"/>
            <ac:spMk id="14" creationId="{578912EA-788A-C00B-F968-B2B8F54010D3}"/>
          </ac:spMkLst>
        </pc:spChg>
        <pc:picChg chg="add mod">
          <ac:chgData name="Olivia Rose Harper" userId="CBx6f2DXmpzgAAomXMAKlkWdYSG4A3OFHk1+uBzOK5s=" providerId="None" clId="Web-{15DBEEE3-F028-4C1B-A375-A1B0FE19FE8C}" dt="2025-12-09T15:38:55.033" v="1586" actId="1076"/>
          <ac:picMkLst>
            <pc:docMk/>
            <pc:sldMk cId="2856400240" sldId="270"/>
            <ac:picMk id="7" creationId="{18914685-FDE3-FF7E-9A7E-0E5BE3813276}"/>
          </ac:picMkLst>
        </pc:picChg>
        <pc:picChg chg="mod">
          <ac:chgData name="Olivia Rose Harper" userId="CBx6f2DXmpzgAAomXMAKlkWdYSG4A3OFHk1+uBzOK5s=" providerId="None" clId="Web-{15DBEEE3-F028-4C1B-A375-A1B0FE19FE8C}" dt="2025-12-09T15:38:51.251" v="1582" actId="1076"/>
          <ac:picMkLst>
            <pc:docMk/>
            <pc:sldMk cId="2856400240" sldId="270"/>
            <ac:picMk id="9" creationId="{F67BADAD-BF79-A60B-D06D-91408AA4803A}"/>
          </ac:picMkLst>
        </pc:picChg>
        <pc:picChg chg="mod">
          <ac:chgData name="Olivia Rose Harper" userId="CBx6f2DXmpzgAAomXMAKlkWdYSG4A3OFHk1+uBzOK5s=" providerId="None" clId="Web-{15DBEEE3-F028-4C1B-A375-A1B0FE19FE8C}" dt="2025-12-09T15:39:51.816" v="1634" actId="1076"/>
          <ac:picMkLst>
            <pc:docMk/>
            <pc:sldMk cId="2856400240" sldId="270"/>
            <ac:picMk id="11" creationId="{54C354A4-AF88-169B-B794-26AE55F21EF4}"/>
          </ac:picMkLst>
        </pc:picChg>
        <pc:picChg chg="mod">
          <ac:chgData name="Olivia Rose Harper" userId="CBx6f2DXmpzgAAomXMAKlkWdYSG4A3OFHk1+uBzOK5s=" providerId="None" clId="Web-{15DBEEE3-F028-4C1B-A375-A1B0FE19FE8C}" dt="2025-12-09T15:38:37.563" v="1578" actId="1076"/>
          <ac:picMkLst>
            <pc:docMk/>
            <pc:sldMk cId="2856400240" sldId="270"/>
            <ac:picMk id="12" creationId="{C975830A-BDAB-6E05-94F4-FC44134AAAAC}"/>
          </ac:picMkLst>
        </pc:picChg>
        <pc:picChg chg="mod">
          <ac:chgData name="Olivia Rose Harper" userId="CBx6f2DXmpzgAAomXMAKlkWdYSG4A3OFHk1+uBzOK5s=" providerId="None" clId="Web-{15DBEEE3-F028-4C1B-A375-A1B0FE19FE8C}" dt="2025-12-09T15:38:51.267" v="1583" actId="1076"/>
          <ac:picMkLst>
            <pc:docMk/>
            <pc:sldMk cId="2856400240" sldId="270"/>
            <ac:picMk id="13" creationId="{B8D06274-7679-A0D5-7F46-D2F98AEB5AF8}"/>
          </ac:picMkLst>
        </pc:picChg>
      </pc:sldChg>
      <pc:sldChg chg="modNotes">
        <pc:chgData name="Olivia Rose Harper" userId="CBx6f2DXmpzgAAomXMAKlkWdYSG4A3OFHk1+uBzOK5s=" providerId="None" clId="Web-{15DBEEE3-F028-4C1B-A375-A1B0FE19FE8C}" dt="2025-12-09T16:25:21.228" v="3136"/>
        <pc:sldMkLst>
          <pc:docMk/>
          <pc:sldMk cId="3026446124" sldId="271"/>
        </pc:sldMkLst>
      </pc:sldChg>
      <pc:sldChg chg="addSp delSp modSp">
        <pc:chgData name="Olivia Rose Harper" userId="CBx6f2DXmpzgAAomXMAKlkWdYSG4A3OFHk1+uBzOK5s=" providerId="None" clId="Web-{15DBEEE3-F028-4C1B-A375-A1B0FE19FE8C}" dt="2025-12-09T15:28:31.568" v="688" actId="1076"/>
        <pc:sldMkLst>
          <pc:docMk/>
          <pc:sldMk cId="4074864344" sldId="273"/>
        </pc:sldMkLst>
        <pc:spChg chg="mod">
          <ac:chgData name="Olivia Rose Harper" userId="CBx6f2DXmpzgAAomXMAKlkWdYSG4A3OFHk1+uBzOK5s=" providerId="None" clId="Web-{15DBEEE3-F028-4C1B-A375-A1B0FE19FE8C}" dt="2025-12-09T15:20:45.860" v="593" actId="20577"/>
          <ac:spMkLst>
            <pc:docMk/>
            <pc:sldMk cId="4074864344" sldId="273"/>
            <ac:spMk id="8" creationId="{E5B48D5B-EDD4-66CA-38D7-1A3D54672B03}"/>
          </ac:spMkLst>
        </pc:spChg>
        <pc:spChg chg="add mod">
          <ac:chgData name="Olivia Rose Harper" userId="CBx6f2DXmpzgAAomXMAKlkWdYSG4A3OFHk1+uBzOK5s=" providerId="None" clId="Web-{15DBEEE3-F028-4C1B-A375-A1B0FE19FE8C}" dt="2025-12-09T15:19:52.154" v="582" actId="14100"/>
          <ac:spMkLst>
            <pc:docMk/>
            <pc:sldMk cId="4074864344" sldId="273"/>
            <ac:spMk id="9" creationId="{7E87C70F-FBB3-3DBA-9AD4-A8000C6FBF90}"/>
          </ac:spMkLst>
        </pc:spChg>
        <pc:spChg chg="add mod">
          <ac:chgData name="Olivia Rose Harper" userId="CBx6f2DXmpzgAAomXMAKlkWdYSG4A3OFHk1+uBzOK5s=" providerId="None" clId="Web-{15DBEEE3-F028-4C1B-A375-A1B0FE19FE8C}" dt="2025-12-09T15:28:17.271" v="685" actId="1076"/>
          <ac:spMkLst>
            <pc:docMk/>
            <pc:sldMk cId="4074864344" sldId="273"/>
            <ac:spMk id="11" creationId="{F7820C0D-43B9-0003-D443-77561DD22182}"/>
          </ac:spMkLst>
        </pc:spChg>
        <pc:spChg chg="add mod">
          <ac:chgData name="Olivia Rose Harper" userId="CBx6f2DXmpzgAAomXMAKlkWdYSG4A3OFHk1+uBzOK5s=" providerId="None" clId="Web-{15DBEEE3-F028-4C1B-A375-A1B0FE19FE8C}" dt="2025-12-09T15:28:25.474" v="687" actId="1076"/>
          <ac:spMkLst>
            <pc:docMk/>
            <pc:sldMk cId="4074864344" sldId="273"/>
            <ac:spMk id="13" creationId="{64763CC3-7596-FC00-6B20-31B9670FF12E}"/>
          </ac:spMkLst>
        </pc:spChg>
        <pc:spChg chg="add mod">
          <ac:chgData name="Olivia Rose Harper" userId="CBx6f2DXmpzgAAomXMAKlkWdYSG4A3OFHk1+uBzOK5s=" providerId="None" clId="Web-{15DBEEE3-F028-4C1B-A375-A1B0FE19FE8C}" dt="2025-12-09T15:28:02.583" v="680" actId="1076"/>
          <ac:spMkLst>
            <pc:docMk/>
            <pc:sldMk cId="4074864344" sldId="273"/>
            <ac:spMk id="14" creationId="{DEE93C33-B737-8922-CA83-47ED2BF5A44B}"/>
          </ac:spMkLst>
        </pc:spChg>
        <pc:spChg chg="add mod">
          <ac:chgData name="Olivia Rose Harper" userId="CBx6f2DXmpzgAAomXMAKlkWdYSG4A3OFHk1+uBzOK5s=" providerId="None" clId="Web-{15DBEEE3-F028-4C1B-A375-A1B0FE19FE8C}" dt="2025-12-09T15:28:31.568" v="688" actId="1076"/>
          <ac:spMkLst>
            <pc:docMk/>
            <pc:sldMk cId="4074864344" sldId="273"/>
            <ac:spMk id="15" creationId="{8D98BA43-517E-660A-ED05-D6BB132ED1C7}"/>
          </ac:spMkLst>
        </pc:spChg>
        <pc:picChg chg="mod">
          <ac:chgData name="Olivia Rose Harper" userId="CBx6f2DXmpzgAAomXMAKlkWdYSG4A3OFHk1+uBzOK5s=" providerId="None" clId="Web-{15DBEEE3-F028-4C1B-A375-A1B0FE19FE8C}" dt="2025-12-09T15:19:25.215" v="576" actId="14100"/>
          <ac:picMkLst>
            <pc:docMk/>
            <pc:sldMk cId="4074864344" sldId="273"/>
            <ac:picMk id="3" creationId="{557EAF5C-E764-8852-2B4A-EE0119246841}"/>
          </ac:picMkLst>
        </pc:picChg>
        <pc:picChg chg="add del mod">
          <ac:chgData name="Olivia Rose Harper" userId="CBx6f2DXmpzgAAomXMAKlkWdYSG4A3OFHk1+uBzOK5s=" providerId="None" clId="Web-{15DBEEE3-F028-4C1B-A375-A1B0FE19FE8C}" dt="2025-12-09T15:18:44.713" v="567"/>
          <ac:picMkLst>
            <pc:docMk/>
            <pc:sldMk cId="4074864344" sldId="273"/>
            <ac:picMk id="4" creationId="{F3815210-279B-0265-E082-7080D0DDCC81}"/>
          </ac:picMkLst>
        </pc:picChg>
        <pc:picChg chg="add mod">
          <ac:chgData name="Olivia Rose Harper" userId="CBx6f2DXmpzgAAomXMAKlkWdYSG4A3OFHk1+uBzOK5s=" providerId="None" clId="Web-{15DBEEE3-F028-4C1B-A375-A1B0FE19FE8C}" dt="2025-12-09T15:28:12.130" v="683" actId="1076"/>
          <ac:picMkLst>
            <pc:docMk/>
            <pc:sldMk cId="4074864344" sldId="273"/>
            <ac:picMk id="5" creationId="{4E903A6F-74D7-A402-E2F3-784A3F70279B}"/>
          </ac:picMkLst>
        </pc:picChg>
        <pc:picChg chg="add mod">
          <ac:chgData name="Olivia Rose Harper" userId="CBx6f2DXmpzgAAomXMAKlkWdYSG4A3OFHk1+uBzOK5s=" providerId="None" clId="Web-{15DBEEE3-F028-4C1B-A375-A1B0FE19FE8C}" dt="2025-12-09T15:28:22.490" v="686" actId="1076"/>
          <ac:picMkLst>
            <pc:docMk/>
            <pc:sldMk cId="4074864344" sldId="273"/>
            <ac:picMk id="6" creationId="{FFE02ADC-3FFF-FCCC-BC8B-63EB02B815DF}"/>
          </ac:picMkLst>
        </pc:picChg>
      </pc:sldChg>
    </pc:docChg>
  </pc:docChgLst>
  <pc:docChgLst>
    <pc:chgData name="Rahmi Azzahra" userId="NX5rJGGwfnEgvdIW07KPv6A9YJqh6uCrZF56tmFnDNg=" providerId="None" clId="Web-{2011D597-C292-45F0-B815-2F2CD8F34921}"/>
    <pc:docChg chg="addSld modSld">
      <pc:chgData name="Rahmi Azzahra" userId="NX5rJGGwfnEgvdIW07KPv6A9YJqh6uCrZF56tmFnDNg=" providerId="None" clId="Web-{2011D597-C292-45F0-B815-2F2CD8F34921}" dt="2025-12-09T16:09:16.687" v="891" actId="14100"/>
      <pc:docMkLst>
        <pc:docMk/>
      </pc:docMkLst>
      <pc:sldChg chg="addSp delSp modSp addAnim modAnim">
        <pc:chgData name="Rahmi Azzahra" userId="NX5rJGGwfnEgvdIW07KPv6A9YJqh6uCrZF56tmFnDNg=" providerId="None" clId="Web-{2011D597-C292-45F0-B815-2F2CD8F34921}" dt="2025-12-09T16:08:32.811" v="890" actId="20577"/>
        <pc:sldMkLst>
          <pc:docMk/>
          <pc:sldMk cId="2423104350" sldId="272"/>
        </pc:sldMkLst>
        <pc:spChg chg="mod">
          <ac:chgData name="Rahmi Azzahra" userId="NX5rJGGwfnEgvdIW07KPv6A9YJqh6uCrZF56tmFnDNg=" providerId="None" clId="Web-{2011D597-C292-45F0-B815-2F2CD8F34921}" dt="2025-12-09T16:08:32.811" v="890" actId="20577"/>
          <ac:spMkLst>
            <pc:docMk/>
            <pc:sldMk cId="2423104350" sldId="272"/>
            <ac:spMk id="9" creationId="{E0C1B593-C5B4-C7C3-D405-5F135C87B1FF}"/>
          </ac:spMkLst>
        </pc:spChg>
        <pc:spChg chg="add del mod">
          <ac:chgData name="Rahmi Azzahra" userId="NX5rJGGwfnEgvdIW07KPv6A9YJqh6uCrZF56tmFnDNg=" providerId="None" clId="Web-{2011D597-C292-45F0-B815-2F2CD8F34921}" dt="2025-12-09T14:24:57.776" v="16"/>
          <ac:spMkLst>
            <pc:docMk/>
            <pc:sldMk cId="2423104350" sldId="272"/>
            <ac:spMk id="11" creationId="{630C8FE5-EF94-1CEA-FF9B-5C334495E82B}"/>
          </ac:spMkLst>
        </pc:spChg>
        <pc:spChg chg="add del mod">
          <ac:chgData name="Rahmi Azzahra" userId="NX5rJGGwfnEgvdIW07KPv6A9YJqh6uCrZF56tmFnDNg=" providerId="None" clId="Web-{2011D597-C292-45F0-B815-2F2CD8F34921}" dt="2025-12-09T15:57:37.729" v="802"/>
          <ac:spMkLst>
            <pc:docMk/>
            <pc:sldMk cId="2423104350" sldId="272"/>
            <ac:spMk id="13" creationId="{82E71E62-83AA-92A0-B918-9291D4A3EAA8}"/>
          </ac:spMkLst>
        </pc:spChg>
        <pc:spChg chg="add mod">
          <ac:chgData name="Rahmi Azzahra" userId="NX5rJGGwfnEgvdIW07KPv6A9YJqh6uCrZF56tmFnDNg=" providerId="None" clId="Web-{2011D597-C292-45F0-B815-2F2CD8F34921}" dt="2025-12-09T15:59:47.327" v="848" actId="1076"/>
          <ac:spMkLst>
            <pc:docMk/>
            <pc:sldMk cId="2423104350" sldId="272"/>
            <ac:spMk id="14" creationId="{C86BF198-50AC-7E26-1BDF-0C97CE6775E3}"/>
          </ac:spMkLst>
        </pc:spChg>
        <pc:graphicFrameChg chg="add del mod modGraphic">
          <ac:chgData name="Rahmi Azzahra" userId="NX5rJGGwfnEgvdIW07KPv6A9YJqh6uCrZF56tmFnDNg=" providerId="None" clId="Web-{2011D597-C292-45F0-B815-2F2CD8F34921}" dt="2025-12-09T14:37:48.628" v="416"/>
          <ac:graphicFrameMkLst>
            <pc:docMk/>
            <pc:sldMk cId="2423104350" sldId="272"/>
            <ac:graphicFrameMk id="12" creationId="{76C040BE-0ADF-6F3F-D524-4B53AD670D09}"/>
          </ac:graphicFrameMkLst>
        </pc:graphicFrameChg>
        <pc:picChg chg="mod">
          <ac:chgData name="Rahmi Azzahra" userId="NX5rJGGwfnEgvdIW07KPv6A9YJqh6uCrZF56tmFnDNg=" providerId="None" clId="Web-{2011D597-C292-45F0-B815-2F2CD8F34921}" dt="2025-12-09T14:46:10.489" v="486" actId="1076"/>
          <ac:picMkLst>
            <pc:docMk/>
            <pc:sldMk cId="2423104350" sldId="272"/>
            <ac:picMk id="3" creationId="{C34D0CF1-1DE8-C0C1-1BD4-5BDEBEC30CD4}"/>
          </ac:picMkLst>
        </pc:picChg>
        <pc:picChg chg="mod ord modCrop">
          <ac:chgData name="Rahmi Azzahra" userId="NX5rJGGwfnEgvdIW07KPv6A9YJqh6uCrZF56tmFnDNg=" providerId="None" clId="Web-{2011D597-C292-45F0-B815-2F2CD8F34921}" dt="2025-12-09T16:07:04.044" v="878" actId="1076"/>
          <ac:picMkLst>
            <pc:docMk/>
            <pc:sldMk cId="2423104350" sldId="272"/>
            <ac:picMk id="8" creationId="{A9D4891A-E6E9-1B15-A23E-64B62C3ED93D}"/>
          </ac:picMkLst>
        </pc:picChg>
        <pc:picChg chg="mod">
          <ac:chgData name="Rahmi Azzahra" userId="NX5rJGGwfnEgvdIW07KPv6A9YJqh6uCrZF56tmFnDNg=" providerId="None" clId="Web-{2011D597-C292-45F0-B815-2F2CD8F34921}" dt="2025-12-09T15:59:56.030" v="850" actId="1076"/>
          <ac:picMkLst>
            <pc:docMk/>
            <pc:sldMk cId="2423104350" sldId="272"/>
            <ac:picMk id="10" creationId="{866AD1D7-5B36-4F06-429D-75C3EDDEAE7C}"/>
          </ac:picMkLst>
        </pc:picChg>
      </pc:sldChg>
      <pc:sldChg chg="modSp">
        <pc:chgData name="Rahmi Azzahra" userId="NX5rJGGwfnEgvdIW07KPv6A9YJqh6uCrZF56tmFnDNg=" providerId="None" clId="Web-{2011D597-C292-45F0-B815-2F2CD8F34921}" dt="2025-12-09T14:46:07.880" v="485" actId="1076"/>
        <pc:sldMkLst>
          <pc:docMk/>
          <pc:sldMk cId="784406544" sldId="274"/>
        </pc:sldMkLst>
        <pc:picChg chg="mod">
          <ac:chgData name="Rahmi Azzahra" userId="NX5rJGGwfnEgvdIW07KPv6A9YJqh6uCrZF56tmFnDNg=" providerId="None" clId="Web-{2011D597-C292-45F0-B815-2F2CD8F34921}" dt="2025-12-09T14:46:07.880" v="485" actId="1076"/>
          <ac:picMkLst>
            <pc:docMk/>
            <pc:sldMk cId="784406544" sldId="274"/>
            <ac:picMk id="3" creationId="{D3B62117-3382-9F44-5212-C9B6C0F12BBB}"/>
          </ac:picMkLst>
        </pc:picChg>
      </pc:sldChg>
      <pc:sldChg chg="addSp modSp addAnim delAnim modAnim">
        <pc:chgData name="Rahmi Azzahra" userId="NX5rJGGwfnEgvdIW07KPv6A9YJqh6uCrZF56tmFnDNg=" providerId="None" clId="Web-{2011D597-C292-45F0-B815-2F2CD8F34921}" dt="2025-12-09T16:05:33.603" v="874" actId="1076"/>
        <pc:sldMkLst>
          <pc:docMk/>
          <pc:sldMk cId="4123076390" sldId="276"/>
        </pc:sldMkLst>
        <pc:spChg chg="add mod">
          <ac:chgData name="Rahmi Azzahra" userId="NX5rJGGwfnEgvdIW07KPv6A9YJqh6uCrZF56tmFnDNg=" providerId="None" clId="Web-{2011D597-C292-45F0-B815-2F2CD8F34921}" dt="2025-12-09T16:05:33.572" v="873" actId="1076"/>
          <ac:spMkLst>
            <pc:docMk/>
            <pc:sldMk cId="4123076390" sldId="276"/>
            <ac:spMk id="4" creationId="{2AC26364-7DB6-D6B1-0DA3-8B2E21841C0D}"/>
          </ac:spMkLst>
        </pc:spChg>
        <pc:spChg chg="mod">
          <ac:chgData name="Rahmi Azzahra" userId="NX5rJGGwfnEgvdIW07KPv6A9YJqh6uCrZF56tmFnDNg=" providerId="None" clId="Web-{2011D597-C292-45F0-B815-2F2CD8F34921}" dt="2025-12-09T16:05:33.556" v="872" actId="1076"/>
          <ac:spMkLst>
            <pc:docMk/>
            <pc:sldMk cId="4123076390" sldId="276"/>
            <ac:spMk id="5" creationId="{26F96B13-15BE-C329-63C4-A165656A44F0}"/>
          </ac:spMkLst>
        </pc:spChg>
        <pc:spChg chg="add mod">
          <ac:chgData name="Rahmi Azzahra" userId="NX5rJGGwfnEgvdIW07KPv6A9YJqh6uCrZF56tmFnDNg=" providerId="None" clId="Web-{2011D597-C292-45F0-B815-2F2CD8F34921}" dt="2025-12-09T16:05:33.603" v="874" actId="1076"/>
          <ac:spMkLst>
            <pc:docMk/>
            <pc:sldMk cId="4123076390" sldId="276"/>
            <ac:spMk id="11" creationId="{99492B4F-C874-3038-7148-DE3D56C5A0D2}"/>
          </ac:spMkLst>
        </pc:spChg>
        <pc:picChg chg="mod">
          <ac:chgData name="Rahmi Azzahra" userId="NX5rJGGwfnEgvdIW07KPv6A9YJqh6uCrZF56tmFnDNg=" providerId="None" clId="Web-{2011D597-C292-45F0-B815-2F2CD8F34921}" dt="2025-12-09T16:03:55.865" v="863"/>
          <ac:picMkLst>
            <pc:docMk/>
            <pc:sldMk cId="4123076390" sldId="276"/>
            <ac:picMk id="6" creationId="{D1916EBC-6AD9-F46F-0CF3-8ED59F2CB60E}"/>
          </ac:picMkLst>
        </pc:picChg>
        <pc:picChg chg="mod">
          <ac:chgData name="Rahmi Azzahra" userId="NX5rJGGwfnEgvdIW07KPv6A9YJqh6uCrZF56tmFnDNg=" providerId="None" clId="Web-{2011D597-C292-45F0-B815-2F2CD8F34921}" dt="2025-12-09T16:05:09.509" v="871" actId="14100"/>
          <ac:picMkLst>
            <pc:docMk/>
            <pc:sldMk cId="4123076390" sldId="276"/>
            <ac:picMk id="7" creationId="{99597B58-881B-D768-D5E4-737B71CE5C14}"/>
          </ac:picMkLst>
        </pc:picChg>
        <pc:picChg chg="mod">
          <ac:chgData name="Rahmi Azzahra" userId="NX5rJGGwfnEgvdIW07KPv6A9YJqh6uCrZF56tmFnDNg=" providerId="None" clId="Web-{2011D597-C292-45F0-B815-2F2CD8F34921}" dt="2025-12-09T16:03:50.130" v="862"/>
          <ac:picMkLst>
            <pc:docMk/>
            <pc:sldMk cId="4123076390" sldId="276"/>
            <ac:picMk id="8" creationId="{7E90768B-A549-0870-5EBC-F7B7EB2396DC}"/>
          </ac:picMkLst>
        </pc:picChg>
        <pc:picChg chg="mod">
          <ac:chgData name="Rahmi Azzahra" userId="NX5rJGGwfnEgvdIW07KPv6A9YJqh6uCrZF56tmFnDNg=" providerId="None" clId="Web-{2011D597-C292-45F0-B815-2F2CD8F34921}" dt="2025-12-09T16:04:30.132" v="866"/>
          <ac:picMkLst>
            <pc:docMk/>
            <pc:sldMk cId="4123076390" sldId="276"/>
            <ac:picMk id="9" creationId="{DB771DA0-E77D-A9FF-1D7E-8D008FE63818}"/>
          </ac:picMkLst>
        </pc:picChg>
      </pc:sldChg>
      <pc:sldChg chg="addSp delSp modSp add replId">
        <pc:chgData name="Rahmi Azzahra" userId="NX5rJGGwfnEgvdIW07KPv6A9YJqh6uCrZF56tmFnDNg=" providerId="None" clId="Web-{2011D597-C292-45F0-B815-2F2CD8F34921}" dt="2025-12-09T15:34:25.575" v="624" actId="1076"/>
        <pc:sldMkLst>
          <pc:docMk/>
          <pc:sldMk cId="3678108283" sldId="277"/>
        </pc:sldMkLst>
        <pc:spChg chg="add mod">
          <ac:chgData name="Rahmi Azzahra" userId="NX5rJGGwfnEgvdIW07KPv6A9YJqh6uCrZF56tmFnDNg=" providerId="None" clId="Web-{2011D597-C292-45F0-B815-2F2CD8F34921}" dt="2025-12-09T15:34:14.824" v="621" actId="1076"/>
          <ac:spMkLst>
            <pc:docMk/>
            <pc:sldMk cId="3678108283" sldId="277"/>
            <ac:spMk id="5" creationId="{AF8A6032-C72E-AF74-4870-027DE9A90EC4}"/>
          </ac:spMkLst>
        </pc:spChg>
        <pc:spChg chg="mod">
          <ac:chgData name="Rahmi Azzahra" userId="NX5rJGGwfnEgvdIW07KPv6A9YJqh6uCrZF56tmFnDNg=" providerId="None" clId="Web-{2011D597-C292-45F0-B815-2F2CD8F34921}" dt="2025-12-09T14:36:19.940" v="399" actId="20577"/>
          <ac:spMkLst>
            <pc:docMk/>
            <pc:sldMk cId="3678108283" sldId="277"/>
            <ac:spMk id="9" creationId="{3B93DE6E-D7AF-9100-2519-7259B6C1468E}"/>
          </ac:spMkLst>
        </pc:spChg>
        <pc:graphicFrameChg chg="mod modGraphic">
          <ac:chgData name="Rahmi Azzahra" userId="NX5rJGGwfnEgvdIW07KPv6A9YJqh6uCrZF56tmFnDNg=" providerId="None" clId="Web-{2011D597-C292-45F0-B815-2F2CD8F34921}" dt="2025-12-09T14:36:29.612" v="415"/>
          <ac:graphicFrameMkLst>
            <pc:docMk/>
            <pc:sldMk cId="3678108283" sldId="277"/>
            <ac:graphicFrameMk id="12" creationId="{D4D15F2F-25D1-D84A-CAA7-20AFFD730D87}"/>
          </ac:graphicFrameMkLst>
        </pc:graphicFrameChg>
        <pc:picChg chg="del">
          <ac:chgData name="Rahmi Azzahra" userId="NX5rJGGwfnEgvdIW07KPv6A9YJqh6uCrZF56tmFnDNg=" providerId="None" clId="Web-{2011D597-C292-45F0-B815-2F2CD8F34921}" dt="2025-12-09T14:33:18.981" v="327"/>
          <ac:picMkLst>
            <pc:docMk/>
            <pc:sldMk cId="3678108283" sldId="277"/>
            <ac:picMk id="3" creationId="{2CFCEDEF-1406-4057-7851-7F949F07BDB7}"/>
          </ac:picMkLst>
        </pc:picChg>
        <pc:picChg chg="add mod modCrop">
          <ac:chgData name="Rahmi Azzahra" userId="NX5rJGGwfnEgvdIW07KPv6A9YJqh6uCrZF56tmFnDNg=" providerId="None" clId="Web-{2011D597-C292-45F0-B815-2F2CD8F34921}" dt="2025-12-09T15:34:25.575" v="624" actId="1076"/>
          <ac:picMkLst>
            <pc:docMk/>
            <pc:sldMk cId="3678108283" sldId="277"/>
            <ac:picMk id="4" creationId="{EBD02402-4B16-CE10-5A5E-15CAACAFBF88}"/>
          </ac:picMkLst>
        </pc:picChg>
        <pc:picChg chg="del">
          <ac:chgData name="Rahmi Azzahra" userId="NX5rJGGwfnEgvdIW07KPv6A9YJqh6uCrZF56tmFnDNg=" providerId="None" clId="Web-{2011D597-C292-45F0-B815-2F2CD8F34921}" dt="2025-12-09T14:33:20.418" v="328"/>
          <ac:picMkLst>
            <pc:docMk/>
            <pc:sldMk cId="3678108283" sldId="277"/>
            <ac:picMk id="8" creationId="{C2B6EC5B-921A-9227-2D0F-98FF50624413}"/>
          </ac:picMkLst>
        </pc:picChg>
        <pc:picChg chg="del">
          <ac:chgData name="Rahmi Azzahra" userId="NX5rJGGwfnEgvdIW07KPv6A9YJqh6uCrZF56tmFnDNg=" providerId="None" clId="Web-{2011D597-C292-45F0-B815-2F2CD8F34921}" dt="2025-12-09T14:33:17.949" v="326"/>
          <ac:picMkLst>
            <pc:docMk/>
            <pc:sldMk cId="3678108283" sldId="277"/>
            <ac:picMk id="10" creationId="{8073AD86-799B-1915-F257-F6F4EE41FC69}"/>
          </ac:picMkLst>
        </pc:picChg>
      </pc:sldChg>
      <pc:sldChg chg="addSp delSp modSp add replId">
        <pc:chgData name="Rahmi Azzahra" userId="NX5rJGGwfnEgvdIW07KPv6A9YJqh6uCrZF56tmFnDNg=" providerId="None" clId="Web-{2011D597-C292-45F0-B815-2F2CD8F34921}" dt="2025-12-09T16:09:16.687" v="891" actId="14100"/>
        <pc:sldMkLst>
          <pc:docMk/>
          <pc:sldMk cId="3005378327" sldId="278"/>
        </pc:sldMkLst>
        <pc:spChg chg="mod">
          <ac:chgData name="Rahmi Azzahra" userId="NX5rJGGwfnEgvdIW07KPv6A9YJqh6uCrZF56tmFnDNg=" providerId="None" clId="Web-{2011D597-C292-45F0-B815-2F2CD8F34921}" dt="2025-12-09T15:03:50.188" v="502" actId="20577"/>
          <ac:spMkLst>
            <pc:docMk/>
            <pc:sldMk cId="3005378327" sldId="278"/>
            <ac:spMk id="2" creationId="{A230BD87-4944-F3C8-DACC-BF495BBB6047}"/>
          </ac:spMkLst>
        </pc:spChg>
        <pc:spChg chg="del">
          <ac:chgData name="Rahmi Azzahra" userId="NX5rJGGwfnEgvdIW07KPv6A9YJqh6uCrZF56tmFnDNg=" providerId="None" clId="Web-{2011D597-C292-45F0-B815-2F2CD8F34921}" dt="2025-12-09T15:05:15.863" v="504"/>
          <ac:spMkLst>
            <pc:docMk/>
            <pc:sldMk cId="3005378327" sldId="278"/>
            <ac:spMk id="9" creationId="{FF1F2C04-851F-6BA7-AD32-C0DDF5A2090C}"/>
          </ac:spMkLst>
        </pc:spChg>
        <pc:spChg chg="add del mod">
          <ac:chgData name="Rahmi Azzahra" userId="NX5rJGGwfnEgvdIW07KPv6A9YJqh6uCrZF56tmFnDNg=" providerId="None" clId="Web-{2011D597-C292-45F0-B815-2F2CD8F34921}" dt="2025-12-09T15:06:19.005" v="516"/>
          <ac:spMkLst>
            <pc:docMk/>
            <pc:sldMk cId="3005378327" sldId="278"/>
            <ac:spMk id="11" creationId="{D99F6F0B-EA36-A54E-4799-88159DB3072F}"/>
          </ac:spMkLst>
        </pc:spChg>
        <pc:spChg chg="add mod">
          <ac:chgData name="Rahmi Azzahra" userId="NX5rJGGwfnEgvdIW07KPv6A9YJqh6uCrZF56tmFnDNg=" providerId="None" clId="Web-{2011D597-C292-45F0-B815-2F2CD8F34921}" dt="2025-12-09T16:09:16.687" v="891" actId="14100"/>
          <ac:spMkLst>
            <pc:docMk/>
            <pc:sldMk cId="3005378327" sldId="278"/>
            <ac:spMk id="16" creationId="{68BD7CB8-3717-B18A-DBAF-1D645F1CE2B9}"/>
          </ac:spMkLst>
        </pc:spChg>
        <pc:picChg chg="add del mod">
          <ac:chgData name="Rahmi Azzahra" userId="NX5rJGGwfnEgvdIW07KPv6A9YJqh6uCrZF56tmFnDNg=" providerId="None" clId="Web-{2011D597-C292-45F0-B815-2F2CD8F34921}" dt="2025-12-09T15:05:43.317" v="508"/>
          <ac:picMkLst>
            <pc:docMk/>
            <pc:sldMk cId="3005378327" sldId="278"/>
            <ac:picMk id="3" creationId="{7E0E4AD0-9741-B0EC-7E53-E8F3C9DB7642}"/>
          </ac:picMkLst>
        </pc:picChg>
        <pc:picChg chg="del">
          <ac:chgData name="Rahmi Azzahra" userId="NX5rJGGwfnEgvdIW07KPv6A9YJqh6uCrZF56tmFnDNg=" providerId="None" clId="Web-{2011D597-C292-45F0-B815-2F2CD8F34921}" dt="2025-12-09T15:06:17.364" v="515"/>
          <ac:picMkLst>
            <pc:docMk/>
            <pc:sldMk cId="3005378327" sldId="278"/>
            <ac:picMk id="4" creationId="{CB617ED6-5BEE-127D-E8E9-03B0A5C0537F}"/>
          </ac:picMkLst>
        </pc:picChg>
        <pc:picChg chg="del">
          <ac:chgData name="Rahmi Azzahra" userId="NX5rJGGwfnEgvdIW07KPv6A9YJqh6uCrZF56tmFnDNg=" providerId="None" clId="Web-{2011D597-C292-45F0-B815-2F2CD8F34921}" dt="2025-12-09T15:05:59.895" v="513"/>
          <ac:picMkLst>
            <pc:docMk/>
            <pc:sldMk cId="3005378327" sldId="278"/>
            <ac:picMk id="5" creationId="{B5C3A2F4-5C82-D6DC-B29A-73C34D8DC68C}"/>
          </ac:picMkLst>
        </pc:picChg>
        <pc:picChg chg="del mod">
          <ac:chgData name="Rahmi Azzahra" userId="NX5rJGGwfnEgvdIW07KPv6A9YJqh6uCrZF56tmFnDNg=" providerId="None" clId="Web-{2011D597-C292-45F0-B815-2F2CD8F34921}" dt="2025-12-09T15:06:33.567" v="522"/>
          <ac:picMkLst>
            <pc:docMk/>
            <pc:sldMk cId="3005378327" sldId="278"/>
            <ac:picMk id="6" creationId="{AF51E982-0F5A-4AEA-11EF-7ECBA7994232}"/>
          </ac:picMkLst>
        </pc:picChg>
        <pc:picChg chg="del mod">
          <ac:chgData name="Rahmi Azzahra" userId="NX5rJGGwfnEgvdIW07KPv6A9YJqh6uCrZF56tmFnDNg=" providerId="None" clId="Web-{2011D597-C292-45F0-B815-2F2CD8F34921}" dt="2025-12-09T15:07:14.708" v="534"/>
          <ac:picMkLst>
            <pc:docMk/>
            <pc:sldMk cId="3005378327" sldId="278"/>
            <ac:picMk id="7" creationId="{417770DE-824C-1E2F-3BB3-3E9ED3875194}"/>
          </ac:picMkLst>
        </pc:picChg>
        <pc:picChg chg="add mod">
          <ac:chgData name="Rahmi Azzahra" userId="NX5rJGGwfnEgvdIW07KPv6A9YJqh6uCrZF56tmFnDNg=" providerId="None" clId="Web-{2011D597-C292-45F0-B815-2F2CD8F34921}" dt="2025-12-09T15:07:06.005" v="530" actId="14100"/>
          <ac:picMkLst>
            <pc:docMk/>
            <pc:sldMk cId="3005378327" sldId="278"/>
            <ac:picMk id="8" creationId="{4B4A7C96-0737-7310-4853-35E2E8C0E229}"/>
          </ac:picMkLst>
        </pc:picChg>
        <pc:picChg chg="add mod ord">
          <ac:chgData name="Rahmi Azzahra" userId="NX5rJGGwfnEgvdIW07KPv6A9YJqh6uCrZF56tmFnDNg=" providerId="None" clId="Web-{2011D597-C292-45F0-B815-2F2CD8F34921}" dt="2025-12-09T15:07:10.286" v="532" actId="14100"/>
          <ac:picMkLst>
            <pc:docMk/>
            <pc:sldMk cId="3005378327" sldId="278"/>
            <ac:picMk id="12" creationId="{F2A8B92B-36F1-8D73-357A-8175C378B52E}"/>
          </ac:picMkLst>
        </pc:picChg>
        <pc:picChg chg="add mod">
          <ac:chgData name="Rahmi Azzahra" userId="NX5rJGGwfnEgvdIW07KPv6A9YJqh6uCrZF56tmFnDNg=" providerId="None" clId="Web-{2011D597-C292-45F0-B815-2F2CD8F34921}" dt="2025-12-09T15:07:12.521" v="533" actId="1076"/>
          <ac:picMkLst>
            <pc:docMk/>
            <pc:sldMk cId="3005378327" sldId="278"/>
            <ac:picMk id="13" creationId="{672AF144-AC4A-5D63-FF5B-B075245FD6ED}"/>
          </ac:picMkLst>
        </pc:picChg>
        <pc:picChg chg="add mod">
          <ac:chgData name="Rahmi Azzahra" userId="NX5rJGGwfnEgvdIW07KPv6A9YJqh6uCrZF56tmFnDNg=" providerId="None" clId="Web-{2011D597-C292-45F0-B815-2F2CD8F34921}" dt="2025-12-09T15:07:58.616" v="540" actId="1076"/>
          <ac:picMkLst>
            <pc:docMk/>
            <pc:sldMk cId="3005378327" sldId="278"/>
            <ac:picMk id="14" creationId="{040256AA-F478-4EE3-2DA3-8340384E0E40}"/>
          </ac:picMkLst>
        </pc:picChg>
      </pc:sldChg>
      <pc:sldChg chg="modSp">
        <pc:chgData name="Rahmi Azzahra" userId="NX5rJGGwfnEgvdIW07KPv6A9YJqh6uCrZF56tmFnDNg=" providerId="None" clId="Web-{2011D597-C292-45F0-B815-2F2CD8F34921}" dt="2025-12-09T15:19:21.814" v="598" actId="20577"/>
        <pc:sldMkLst>
          <pc:docMk/>
          <pc:sldMk cId="3747419164" sldId="279"/>
        </pc:sldMkLst>
        <pc:spChg chg="mod">
          <ac:chgData name="Rahmi Azzahra" userId="NX5rJGGwfnEgvdIW07KPv6A9YJqh6uCrZF56tmFnDNg=" providerId="None" clId="Web-{2011D597-C292-45F0-B815-2F2CD8F34921}" dt="2025-12-09T15:19:21.814" v="598" actId="20577"/>
          <ac:spMkLst>
            <pc:docMk/>
            <pc:sldMk cId="3747419164" sldId="279"/>
            <ac:spMk id="16" creationId="{5FC97357-E5E5-E330-7A2D-A45B45439E27}"/>
          </ac:spMkLst>
        </pc:spChg>
      </pc:sldChg>
    </pc:docChg>
  </pc:docChgLst>
  <pc:docChgLst>
    <pc:chgData name="Rahmi Azzahra" userId="NX5rJGGwfnEgvdIW07KPv6A9YJqh6uCrZF56tmFnDNg=" providerId="None" clId="Web-{5C87A1F1-01FD-478C-85BB-C4005EAF9FDF}"/>
    <pc:docChg chg="addSld modSld">
      <pc:chgData name="Rahmi Azzahra" userId="NX5rJGGwfnEgvdIW07KPv6A9YJqh6uCrZF56tmFnDNg=" providerId="None" clId="Web-{5C87A1F1-01FD-478C-85BB-C4005EAF9FDF}" dt="2025-12-09T13:53:58.478" v="430" actId="1076"/>
      <pc:docMkLst>
        <pc:docMk/>
      </pc:docMkLst>
      <pc:sldChg chg="modSp">
        <pc:chgData name="Rahmi Azzahra" userId="NX5rJGGwfnEgvdIW07KPv6A9YJqh6uCrZF56tmFnDNg=" providerId="None" clId="Web-{5C87A1F1-01FD-478C-85BB-C4005EAF9FDF}" dt="2025-12-09T11:39:53.983" v="10" actId="20577"/>
        <pc:sldMkLst>
          <pc:docMk/>
          <pc:sldMk cId="1442742431" sldId="260"/>
        </pc:sldMkLst>
        <pc:spChg chg="mod">
          <ac:chgData name="Rahmi Azzahra" userId="NX5rJGGwfnEgvdIW07KPv6A9YJqh6uCrZF56tmFnDNg=" providerId="None" clId="Web-{5C87A1F1-01FD-478C-85BB-C4005EAF9FDF}" dt="2025-12-09T11:39:53.983" v="10" actId="20577"/>
          <ac:spMkLst>
            <pc:docMk/>
            <pc:sldMk cId="1442742431" sldId="260"/>
            <ac:spMk id="76" creationId="{6143B13C-3593-959A-F107-ABD884EEC0EB}"/>
          </ac:spMkLst>
        </pc:spChg>
      </pc:sldChg>
      <pc:sldChg chg="modSp">
        <pc:chgData name="Rahmi Azzahra" userId="NX5rJGGwfnEgvdIW07KPv6A9YJqh6uCrZF56tmFnDNg=" providerId="None" clId="Web-{5C87A1F1-01FD-478C-85BB-C4005EAF9FDF}" dt="2025-12-09T11:42:01.704" v="39" actId="20577"/>
        <pc:sldMkLst>
          <pc:docMk/>
          <pc:sldMk cId="2350905346" sldId="263"/>
        </pc:sldMkLst>
        <pc:spChg chg="mod">
          <ac:chgData name="Rahmi Azzahra" userId="NX5rJGGwfnEgvdIW07KPv6A9YJqh6uCrZF56tmFnDNg=" providerId="None" clId="Web-{5C87A1F1-01FD-478C-85BB-C4005EAF9FDF}" dt="2025-12-09T11:42:01.704" v="39" actId="20577"/>
          <ac:spMkLst>
            <pc:docMk/>
            <pc:sldMk cId="2350905346" sldId="263"/>
            <ac:spMk id="76" creationId="{C77A475B-B347-CB1A-BBA7-F1C4708DB043}"/>
          </ac:spMkLst>
        </pc:spChg>
      </pc:sldChg>
      <pc:sldChg chg="addSp delSp modSp">
        <pc:chgData name="Rahmi Azzahra" userId="NX5rJGGwfnEgvdIW07KPv6A9YJqh6uCrZF56tmFnDNg=" providerId="None" clId="Web-{5C87A1F1-01FD-478C-85BB-C4005EAF9FDF}" dt="2025-12-09T13:53:58.478" v="430" actId="1076"/>
        <pc:sldMkLst>
          <pc:docMk/>
          <pc:sldMk cId="2423104350" sldId="272"/>
        </pc:sldMkLst>
        <pc:spChg chg="mod">
          <ac:chgData name="Rahmi Azzahra" userId="NX5rJGGwfnEgvdIW07KPv6A9YJqh6uCrZF56tmFnDNg=" providerId="None" clId="Web-{5C87A1F1-01FD-478C-85BB-C4005EAF9FDF}" dt="2025-12-09T12:53:23.040" v="361" actId="20577"/>
          <ac:spMkLst>
            <pc:docMk/>
            <pc:sldMk cId="2423104350" sldId="272"/>
            <ac:spMk id="2" creationId="{C2CFE7DE-5CE9-DD7C-EEE8-FDC8B774C50C}"/>
          </ac:spMkLst>
        </pc:spChg>
        <pc:spChg chg="mod ord">
          <ac:chgData name="Rahmi Azzahra" userId="NX5rJGGwfnEgvdIW07KPv6A9YJqh6uCrZF56tmFnDNg=" providerId="None" clId="Web-{5C87A1F1-01FD-478C-85BB-C4005EAF9FDF}" dt="2025-12-09T13:52:48.256" v="429"/>
          <ac:spMkLst>
            <pc:docMk/>
            <pc:sldMk cId="2423104350" sldId="272"/>
            <ac:spMk id="9" creationId="{E0C1B593-C5B4-C7C3-D405-5F135C87B1FF}"/>
          </ac:spMkLst>
        </pc:spChg>
        <pc:picChg chg="add mod">
          <ac:chgData name="Rahmi Azzahra" userId="NX5rJGGwfnEgvdIW07KPv6A9YJqh6uCrZF56tmFnDNg=" providerId="None" clId="Web-{5C87A1F1-01FD-478C-85BB-C4005EAF9FDF}" dt="2025-12-09T13:38:41.598" v="378" actId="1076"/>
          <ac:picMkLst>
            <pc:docMk/>
            <pc:sldMk cId="2423104350" sldId="272"/>
            <ac:picMk id="3" creationId="{C34D0CF1-1DE8-C0C1-1BD4-5BDEBEC30CD4}"/>
          </ac:picMkLst>
        </pc:picChg>
        <pc:picChg chg="del">
          <ac:chgData name="Rahmi Azzahra" userId="NX5rJGGwfnEgvdIW07KPv6A9YJqh6uCrZF56tmFnDNg=" providerId="None" clId="Web-{5C87A1F1-01FD-478C-85BB-C4005EAF9FDF}" dt="2025-12-09T13:35:40.721" v="367"/>
          <ac:picMkLst>
            <pc:docMk/>
            <pc:sldMk cId="2423104350" sldId="272"/>
            <ac:picMk id="4" creationId="{A91D498A-0906-9343-4296-C178E334A610}"/>
          </ac:picMkLst>
        </pc:picChg>
        <pc:picChg chg="del">
          <ac:chgData name="Rahmi Azzahra" userId="NX5rJGGwfnEgvdIW07KPv6A9YJqh6uCrZF56tmFnDNg=" providerId="None" clId="Web-{5C87A1F1-01FD-478C-85BB-C4005EAF9FDF}" dt="2025-12-09T13:22:05.875" v="362"/>
          <ac:picMkLst>
            <pc:docMk/>
            <pc:sldMk cId="2423104350" sldId="272"/>
            <ac:picMk id="5" creationId="{A125339D-6573-498F-7849-05D015BAF8D2}"/>
          </ac:picMkLst>
        </pc:picChg>
        <pc:picChg chg="del">
          <ac:chgData name="Rahmi Azzahra" userId="NX5rJGGwfnEgvdIW07KPv6A9YJqh6uCrZF56tmFnDNg=" providerId="None" clId="Web-{5C87A1F1-01FD-478C-85BB-C4005EAF9FDF}" dt="2025-12-09T13:38:00.598" v="373"/>
          <ac:picMkLst>
            <pc:docMk/>
            <pc:sldMk cId="2423104350" sldId="272"/>
            <ac:picMk id="6" creationId="{3E26DF16-094F-3C78-1FB8-75185FE276E0}"/>
          </ac:picMkLst>
        </pc:picChg>
        <pc:picChg chg="del">
          <ac:chgData name="Rahmi Azzahra" userId="NX5rJGGwfnEgvdIW07KPv6A9YJqh6uCrZF56tmFnDNg=" providerId="None" clId="Web-{5C87A1F1-01FD-478C-85BB-C4005EAF9FDF}" dt="2025-12-09T13:37:59.113" v="372"/>
          <ac:picMkLst>
            <pc:docMk/>
            <pc:sldMk cId="2423104350" sldId="272"/>
            <ac:picMk id="7" creationId="{0533279F-69FE-B951-C48E-5A451459DB45}"/>
          </ac:picMkLst>
        </pc:picChg>
        <pc:picChg chg="add mod">
          <ac:chgData name="Rahmi Azzahra" userId="NX5rJGGwfnEgvdIW07KPv6A9YJqh6uCrZF56tmFnDNg=" providerId="None" clId="Web-{5C87A1F1-01FD-478C-85BB-C4005EAF9FDF}" dt="2025-12-09T13:38:44.676" v="379" actId="1076"/>
          <ac:picMkLst>
            <pc:docMk/>
            <pc:sldMk cId="2423104350" sldId="272"/>
            <ac:picMk id="8" creationId="{A9D4891A-E6E9-1B15-A23E-64B62C3ED93D}"/>
          </ac:picMkLst>
        </pc:picChg>
        <pc:picChg chg="add mod">
          <ac:chgData name="Rahmi Azzahra" userId="NX5rJGGwfnEgvdIW07KPv6A9YJqh6uCrZF56tmFnDNg=" providerId="None" clId="Web-{5C87A1F1-01FD-478C-85BB-C4005EAF9FDF}" dt="2025-12-09T13:53:58.478" v="430" actId="1076"/>
          <ac:picMkLst>
            <pc:docMk/>
            <pc:sldMk cId="2423104350" sldId="272"/>
            <ac:picMk id="10" creationId="{866AD1D7-5B36-4F06-429D-75C3EDDEAE7C}"/>
          </ac:picMkLst>
        </pc:picChg>
      </pc:sldChg>
      <pc:sldChg chg="addSp delSp modSp new">
        <pc:chgData name="Rahmi Azzahra" userId="NX5rJGGwfnEgvdIW07KPv6A9YJqh6uCrZF56tmFnDNg=" providerId="None" clId="Web-{5C87A1F1-01FD-478C-85BB-C4005EAF9FDF}" dt="2025-12-09T12:53:06.602" v="357" actId="20577"/>
        <pc:sldMkLst>
          <pc:docMk/>
          <pc:sldMk cId="4123076390" sldId="276"/>
        </pc:sldMkLst>
        <pc:spChg chg="mod">
          <ac:chgData name="Rahmi Azzahra" userId="NX5rJGGwfnEgvdIW07KPv6A9YJqh6uCrZF56tmFnDNg=" providerId="None" clId="Web-{5C87A1F1-01FD-478C-85BB-C4005EAF9FDF}" dt="2025-12-09T11:44:56.629" v="52" actId="20577"/>
          <ac:spMkLst>
            <pc:docMk/>
            <pc:sldMk cId="4123076390" sldId="276"/>
            <ac:spMk id="2" creationId="{3CDC7DD0-0B23-0736-92BF-FA12F171BE2C}"/>
          </ac:spMkLst>
        </pc:spChg>
        <pc:spChg chg="del">
          <ac:chgData name="Rahmi Azzahra" userId="NX5rJGGwfnEgvdIW07KPv6A9YJqh6uCrZF56tmFnDNg=" providerId="None" clId="Web-{5C87A1F1-01FD-478C-85BB-C4005EAF9FDF}" dt="2025-12-09T11:45:22.848" v="53"/>
          <ac:spMkLst>
            <pc:docMk/>
            <pc:sldMk cId="4123076390" sldId="276"/>
            <ac:spMk id="3" creationId="{7438C3DF-E5B4-AECD-ED47-DAAF9B421B56}"/>
          </ac:spMkLst>
        </pc:spChg>
        <pc:spChg chg="add mod">
          <ac:chgData name="Rahmi Azzahra" userId="NX5rJGGwfnEgvdIW07KPv6A9YJqh6uCrZF56tmFnDNg=" providerId="None" clId="Web-{5C87A1F1-01FD-478C-85BB-C4005EAF9FDF}" dt="2025-12-09T12:53:06.602" v="357" actId="20577"/>
          <ac:spMkLst>
            <pc:docMk/>
            <pc:sldMk cId="4123076390" sldId="276"/>
            <ac:spMk id="5" creationId="{26F96B13-15BE-C329-63C4-A165656A44F0}"/>
          </ac:spMkLst>
        </pc:spChg>
        <pc:picChg chg="add mod ord">
          <ac:chgData name="Rahmi Azzahra" userId="NX5rJGGwfnEgvdIW07KPv6A9YJqh6uCrZF56tmFnDNg=" providerId="None" clId="Web-{5C87A1F1-01FD-478C-85BB-C4005EAF9FDF}" dt="2025-12-09T12:03:31.154" v="252" actId="14100"/>
          <ac:picMkLst>
            <pc:docMk/>
            <pc:sldMk cId="4123076390" sldId="276"/>
            <ac:picMk id="6" creationId="{D1916EBC-6AD9-F46F-0CF3-8ED59F2CB60E}"/>
          </ac:picMkLst>
        </pc:picChg>
        <pc:picChg chg="add mod ord">
          <ac:chgData name="Rahmi Azzahra" userId="NX5rJGGwfnEgvdIW07KPv6A9YJqh6uCrZF56tmFnDNg=" providerId="None" clId="Web-{5C87A1F1-01FD-478C-85BB-C4005EAF9FDF}" dt="2025-12-09T12:04:52.751" v="262"/>
          <ac:picMkLst>
            <pc:docMk/>
            <pc:sldMk cId="4123076390" sldId="276"/>
            <ac:picMk id="7" creationId="{99597B58-881B-D768-D5E4-737B71CE5C14}"/>
          </ac:picMkLst>
        </pc:picChg>
        <pc:picChg chg="add mod">
          <ac:chgData name="Rahmi Azzahra" userId="NX5rJGGwfnEgvdIW07KPv6A9YJqh6uCrZF56tmFnDNg=" providerId="None" clId="Web-{5C87A1F1-01FD-478C-85BB-C4005EAF9FDF}" dt="2025-12-09T12:03:43.607" v="257" actId="1076"/>
          <ac:picMkLst>
            <pc:docMk/>
            <pc:sldMk cId="4123076390" sldId="276"/>
            <ac:picMk id="8" creationId="{7E90768B-A549-0870-5EBC-F7B7EB2396DC}"/>
          </ac:picMkLst>
        </pc:picChg>
        <pc:picChg chg="add mod">
          <ac:chgData name="Rahmi Azzahra" userId="NX5rJGGwfnEgvdIW07KPv6A9YJqh6uCrZF56tmFnDNg=" providerId="None" clId="Web-{5C87A1F1-01FD-478C-85BB-C4005EAF9FDF}" dt="2025-12-09T12:04:55.626" v="263" actId="1076"/>
          <ac:picMkLst>
            <pc:docMk/>
            <pc:sldMk cId="4123076390" sldId="276"/>
            <ac:picMk id="9" creationId="{DB771DA0-E77D-A9FF-1D7E-8D008FE63818}"/>
          </ac:picMkLst>
        </pc:picChg>
      </pc:sldChg>
    </pc:docChg>
  </pc:docChgLst>
  <pc:docChgLst>
    <pc:chgData name="Olivia Rose Harper" userId="CBx6f2DXmpzgAAomXMAKlkWdYSG4A3OFHk1+uBzOK5s=" providerId="None" clId="Web-{AEBA5387-B55A-4656-B9E5-A01178B0A5D8}"/>
    <pc:docChg chg="modSld">
      <pc:chgData name="Olivia Rose Harper" userId="CBx6f2DXmpzgAAomXMAKlkWdYSG4A3OFHk1+uBzOK5s=" providerId="None" clId="Web-{AEBA5387-B55A-4656-B9E5-A01178B0A5D8}" dt="2025-12-09T17:04:05.238" v="1007"/>
      <pc:docMkLst>
        <pc:docMk/>
      </pc:docMkLst>
      <pc:sldChg chg="modSp modNotes">
        <pc:chgData name="Olivia Rose Harper" userId="CBx6f2DXmpzgAAomXMAKlkWdYSG4A3OFHk1+uBzOK5s=" providerId="None" clId="Web-{AEBA5387-B55A-4656-B9E5-A01178B0A5D8}" dt="2025-12-09T16:50:05.164" v="470"/>
        <pc:sldMkLst>
          <pc:docMk/>
          <pc:sldMk cId="3026446124" sldId="271"/>
        </pc:sldMkLst>
        <pc:spChg chg="mod">
          <ac:chgData name="Olivia Rose Harper" userId="CBx6f2DXmpzgAAomXMAKlkWdYSG4A3OFHk1+uBzOK5s=" providerId="None" clId="Web-{AEBA5387-B55A-4656-B9E5-A01178B0A5D8}" dt="2025-12-09T16:47:29.343" v="151" actId="20577"/>
          <ac:spMkLst>
            <pc:docMk/>
            <pc:sldMk cId="3026446124" sldId="271"/>
            <ac:spMk id="8" creationId="{9D24E34E-2CA4-DF33-2955-1B3BCDEFC53D}"/>
          </ac:spMkLst>
        </pc:spChg>
      </pc:sldChg>
      <pc:sldChg chg="modNotes">
        <pc:chgData name="Olivia Rose Harper" userId="CBx6f2DXmpzgAAomXMAKlkWdYSG4A3OFHk1+uBzOK5s=" providerId="None" clId="Web-{AEBA5387-B55A-4656-B9E5-A01178B0A5D8}" dt="2025-12-09T17:04:05.238" v="1007"/>
        <pc:sldMkLst>
          <pc:docMk/>
          <pc:sldMk cId="4074864344" sldId="273"/>
        </pc:sldMkLst>
      </pc:sldChg>
    </pc:docChg>
  </pc:docChgLst>
  <pc:docChgLst>
    <pc:chgData name="Elliott Shi" userId="xrrfyonBEbHKFTOkml6SoIC322YCft+YidanRQ9nhoU=" providerId="None" clId="Web-{53F08735-3FA5-490A-B113-970B9F41559C}"/>
    <pc:docChg chg="addSld modSld">
      <pc:chgData name="Elliott Shi" userId="xrrfyonBEbHKFTOkml6SoIC322YCft+YidanRQ9nhoU=" providerId="None" clId="Web-{53F08735-3FA5-490A-B113-970B9F41559C}" dt="2025-12-09T05:03:57.980" v="482" actId="20577"/>
      <pc:docMkLst>
        <pc:docMk/>
      </pc:docMkLst>
      <pc:sldChg chg="modSp">
        <pc:chgData name="Elliott Shi" userId="xrrfyonBEbHKFTOkml6SoIC322YCft+YidanRQ9nhoU=" providerId="None" clId="Web-{53F08735-3FA5-490A-B113-970B9F41559C}" dt="2025-12-09T04:34:25.247" v="101" actId="20577"/>
        <pc:sldMkLst>
          <pc:docMk/>
          <pc:sldMk cId="2350905346" sldId="263"/>
        </pc:sldMkLst>
        <pc:spChg chg="mod">
          <ac:chgData name="Elliott Shi" userId="xrrfyonBEbHKFTOkml6SoIC322YCft+YidanRQ9nhoU=" providerId="None" clId="Web-{53F08735-3FA5-490A-B113-970B9F41559C}" dt="2025-12-09T04:34:25.247" v="101" actId="20577"/>
          <ac:spMkLst>
            <pc:docMk/>
            <pc:sldMk cId="2350905346" sldId="263"/>
            <ac:spMk id="76" creationId="{C77A475B-B347-CB1A-BBA7-F1C4708DB043}"/>
          </ac:spMkLst>
        </pc:spChg>
      </pc:sldChg>
      <pc:sldChg chg="addSp delSp modSp">
        <pc:chgData name="Elliott Shi" userId="xrrfyonBEbHKFTOkml6SoIC322YCft+YidanRQ9nhoU=" providerId="None" clId="Web-{53F08735-3FA5-490A-B113-970B9F41559C}" dt="2025-12-09T04:37:36.056" v="222" actId="14100"/>
        <pc:sldMkLst>
          <pc:docMk/>
          <pc:sldMk cId="1686603998" sldId="267"/>
        </pc:sldMkLst>
        <pc:spChg chg="mod">
          <ac:chgData name="Elliott Shi" userId="xrrfyonBEbHKFTOkml6SoIC322YCft+YidanRQ9nhoU=" providerId="None" clId="Web-{53F08735-3FA5-490A-B113-970B9F41559C}" dt="2025-12-09T04:37:36.056" v="222" actId="14100"/>
          <ac:spMkLst>
            <pc:docMk/>
            <pc:sldMk cId="1686603998" sldId="267"/>
            <ac:spMk id="3" creationId="{D9D255EA-F884-60CD-5F25-CE41324F8EDA}"/>
          </ac:spMkLst>
        </pc:spChg>
        <pc:picChg chg="add mod">
          <ac:chgData name="Elliott Shi" userId="xrrfyonBEbHKFTOkml6SoIC322YCft+YidanRQ9nhoU=" providerId="None" clId="Web-{53F08735-3FA5-490A-B113-970B9F41559C}" dt="2025-12-09T04:35:18.720" v="109" actId="14100"/>
          <ac:picMkLst>
            <pc:docMk/>
            <pc:sldMk cId="1686603998" sldId="267"/>
            <ac:picMk id="4" creationId="{8D762AE1-B202-74B2-F1D7-C63E2D4A4047}"/>
          </ac:picMkLst>
        </pc:picChg>
        <pc:picChg chg="del">
          <ac:chgData name="Elliott Shi" userId="xrrfyonBEbHKFTOkml6SoIC322YCft+YidanRQ9nhoU=" providerId="None" clId="Web-{53F08735-3FA5-490A-B113-970B9F41559C}" dt="2025-12-09T04:10:33.757" v="16"/>
          <ac:picMkLst>
            <pc:docMk/>
            <pc:sldMk cId="1686603998" sldId="267"/>
            <ac:picMk id="4" creationId="{A4142D07-F6A4-692B-C426-675FA2685CF6}"/>
          </ac:picMkLst>
        </pc:picChg>
        <pc:picChg chg="mod">
          <ac:chgData name="Elliott Shi" userId="xrrfyonBEbHKFTOkml6SoIC322YCft+YidanRQ9nhoU=" providerId="None" clId="Web-{53F08735-3FA5-490A-B113-970B9F41559C}" dt="2025-12-09T04:34:52.593" v="104" actId="1076"/>
          <ac:picMkLst>
            <pc:docMk/>
            <pc:sldMk cId="1686603998" sldId="267"/>
            <ac:picMk id="5" creationId="{EA04AEA5-8AC6-B0A2-80BC-CC5AFEFEA4F2}"/>
          </ac:picMkLst>
        </pc:picChg>
        <pc:picChg chg="add mod">
          <ac:chgData name="Elliott Shi" userId="xrrfyonBEbHKFTOkml6SoIC322YCft+YidanRQ9nhoU=" providerId="None" clId="Web-{53F08735-3FA5-490A-B113-970B9F41559C}" dt="2025-12-09T04:11:01.101" v="25" actId="1076"/>
          <ac:picMkLst>
            <pc:docMk/>
            <pc:sldMk cId="1686603998" sldId="267"/>
            <ac:picMk id="6" creationId="{06060C94-D506-4397-C3A2-50BEF476548B}"/>
          </ac:picMkLst>
        </pc:picChg>
        <pc:picChg chg="add mod">
          <ac:chgData name="Elliott Shi" userId="xrrfyonBEbHKFTOkml6SoIC322YCft+YidanRQ9nhoU=" providerId="None" clId="Web-{53F08735-3FA5-490A-B113-970B9F41559C}" dt="2025-12-09T04:12:13.930" v="31" actId="1076"/>
          <ac:picMkLst>
            <pc:docMk/>
            <pc:sldMk cId="1686603998" sldId="267"/>
            <ac:picMk id="7" creationId="{46E5FDD2-3AF3-C285-0D32-5C03E151CA65}"/>
          </ac:picMkLst>
        </pc:picChg>
      </pc:sldChg>
      <pc:sldChg chg="addSp delSp modSp">
        <pc:chgData name="Elliott Shi" userId="xrrfyonBEbHKFTOkml6SoIC322YCft+YidanRQ9nhoU=" providerId="None" clId="Web-{53F08735-3FA5-490A-B113-970B9F41559C}" dt="2025-12-09T04:57:18.979" v="454" actId="20577"/>
        <pc:sldMkLst>
          <pc:docMk/>
          <pc:sldMk cId="784406544" sldId="274"/>
        </pc:sldMkLst>
        <pc:spChg chg="add del">
          <ac:chgData name="Elliott Shi" userId="xrrfyonBEbHKFTOkml6SoIC322YCft+YidanRQ9nhoU=" providerId="None" clId="Web-{53F08735-3FA5-490A-B113-970B9F41559C}" dt="2025-12-09T04:46:30.697" v="234"/>
          <ac:spMkLst>
            <pc:docMk/>
            <pc:sldMk cId="784406544" sldId="274"/>
            <ac:spMk id="4" creationId="{59AE11E1-2D03-B399-349D-6B9ACF799FB3}"/>
          </ac:spMkLst>
        </pc:spChg>
        <pc:spChg chg="add del mod">
          <ac:chgData name="Elliott Shi" userId="xrrfyonBEbHKFTOkml6SoIC322YCft+YidanRQ9nhoU=" providerId="None" clId="Web-{53F08735-3FA5-490A-B113-970B9F41559C}" dt="2025-12-09T04:57:18.979" v="454" actId="20577"/>
          <ac:spMkLst>
            <pc:docMk/>
            <pc:sldMk cId="784406544" sldId="274"/>
            <ac:spMk id="5" creationId="{1F97D386-12AF-2CCE-98AE-8733A56E3065}"/>
          </ac:spMkLst>
        </pc:spChg>
        <pc:spChg chg="mod">
          <ac:chgData name="Elliott Shi" userId="xrrfyonBEbHKFTOkml6SoIC322YCft+YidanRQ9nhoU=" providerId="None" clId="Web-{53F08735-3FA5-490A-B113-970B9F41559C}" dt="2025-12-09T04:46:09.884" v="228" actId="20577"/>
          <ac:spMkLst>
            <pc:docMk/>
            <pc:sldMk cId="784406544" sldId="274"/>
            <ac:spMk id="76" creationId="{8BACAEF6-C172-371C-AE4D-62B5712122FD}"/>
          </ac:spMkLst>
        </pc:spChg>
        <pc:picChg chg="add mod">
          <ac:chgData name="Elliott Shi" userId="xrrfyonBEbHKFTOkml6SoIC322YCft+YidanRQ9nhoU=" providerId="None" clId="Web-{53F08735-3FA5-490A-B113-970B9F41559C}" dt="2025-12-09T04:46:23.228" v="231" actId="1076"/>
          <ac:picMkLst>
            <pc:docMk/>
            <pc:sldMk cId="784406544" sldId="274"/>
            <ac:picMk id="3" creationId="{D3B62117-3382-9F44-5212-C9B6C0F12BBB}"/>
          </ac:picMkLst>
        </pc:picChg>
        <pc:picChg chg="add del mod">
          <ac:chgData name="Elliott Shi" userId="xrrfyonBEbHKFTOkml6SoIC322YCft+YidanRQ9nhoU=" providerId="None" clId="Web-{53F08735-3FA5-490A-B113-970B9F41559C}" dt="2025-12-09T04:57:00.416" v="447"/>
          <ac:picMkLst>
            <pc:docMk/>
            <pc:sldMk cId="784406544" sldId="274"/>
            <ac:picMk id="6" creationId="{5032F60A-AEC9-D8DC-C21E-C3BAED102DA8}"/>
          </ac:picMkLst>
        </pc:picChg>
      </pc:sldChg>
      <pc:sldChg chg="addSp delSp modSp new">
        <pc:chgData name="Elliott Shi" userId="xrrfyonBEbHKFTOkml6SoIC322YCft+YidanRQ9nhoU=" providerId="None" clId="Web-{53F08735-3FA5-490A-B113-970B9F41559C}" dt="2025-12-09T05:03:57.980" v="482" actId="20577"/>
        <pc:sldMkLst>
          <pc:docMk/>
          <pc:sldMk cId="2969819634" sldId="275"/>
        </pc:sldMkLst>
        <pc:spChg chg="mod">
          <ac:chgData name="Elliott Shi" userId="xrrfyonBEbHKFTOkml6SoIC322YCft+YidanRQ9nhoU=" providerId="None" clId="Web-{53F08735-3FA5-490A-B113-970B9F41559C}" dt="2025-12-09T04:56:58.135" v="446" actId="20577"/>
          <ac:spMkLst>
            <pc:docMk/>
            <pc:sldMk cId="2969819634" sldId="275"/>
            <ac:spMk id="2" creationId="{8E73F8C7-1CB1-8230-F5BD-4DE8EA962340}"/>
          </ac:spMkLst>
        </pc:spChg>
        <pc:spChg chg="del">
          <ac:chgData name="Elliott Shi" userId="xrrfyonBEbHKFTOkml6SoIC322YCft+YidanRQ9nhoU=" providerId="None" clId="Web-{53F08735-3FA5-490A-B113-970B9F41559C}" dt="2025-12-09T04:57:02.338" v="448"/>
          <ac:spMkLst>
            <pc:docMk/>
            <pc:sldMk cId="2969819634" sldId="275"/>
            <ac:spMk id="3" creationId="{3900724B-4D2E-37DB-A37A-DB1975881484}"/>
          </ac:spMkLst>
        </pc:spChg>
        <pc:spChg chg="add mod">
          <ac:chgData name="Elliott Shi" userId="xrrfyonBEbHKFTOkml6SoIC322YCft+YidanRQ9nhoU=" providerId="None" clId="Web-{53F08735-3FA5-490A-B113-970B9F41559C}" dt="2025-12-09T05:03:57.980" v="482" actId="20577"/>
          <ac:spMkLst>
            <pc:docMk/>
            <pc:sldMk cId="2969819634" sldId="275"/>
            <ac:spMk id="5" creationId="{3CE82303-3226-E6BD-1656-A51DDE73883B}"/>
          </ac:spMkLst>
        </pc:spChg>
        <pc:picChg chg="add mod ord">
          <ac:chgData name="Elliott Shi" userId="xrrfyonBEbHKFTOkml6SoIC322YCft+YidanRQ9nhoU=" providerId="None" clId="Web-{53F08735-3FA5-490A-B113-970B9F41559C}" dt="2025-12-09T04:57:15.291" v="453" actId="1076"/>
          <ac:picMkLst>
            <pc:docMk/>
            <pc:sldMk cId="2969819634" sldId="275"/>
            <ac:picMk id="4" creationId="{280E6AB5-012F-0922-9C5B-4B9577104E1A}"/>
          </ac:picMkLst>
        </pc:picChg>
      </pc:sldChg>
    </pc:docChg>
  </pc:docChgLst>
  <pc:docChgLst>
    <pc:chgData name="Olivia Rose Harper" userId="CBx6f2DXmpzgAAomXMAKlkWdYSG4A3OFHk1+uBzOK5s=" providerId="None" clId="Web-{391EA4BF-51A7-4093-89A5-FEB01E9DE1FC}"/>
    <pc:docChg chg="addSld delSld modSld">
      <pc:chgData name="Olivia Rose Harper" userId="CBx6f2DXmpzgAAomXMAKlkWdYSG4A3OFHk1+uBzOK5s=" providerId="None" clId="Web-{391EA4BF-51A7-4093-89A5-FEB01E9DE1FC}" dt="2025-12-09T02:36:07.580" v="1115" actId="20577"/>
      <pc:docMkLst>
        <pc:docMk/>
      </pc:docMkLst>
      <pc:sldChg chg="modSp">
        <pc:chgData name="Olivia Rose Harper" userId="CBx6f2DXmpzgAAomXMAKlkWdYSG4A3OFHk1+uBzOK5s=" providerId="None" clId="Web-{391EA4BF-51A7-4093-89A5-FEB01E9DE1FC}" dt="2025-12-09T01:42:28.303" v="158" actId="20577"/>
        <pc:sldMkLst>
          <pc:docMk/>
          <pc:sldMk cId="995719016" sldId="258"/>
        </pc:sldMkLst>
        <pc:spChg chg="mod">
          <ac:chgData name="Olivia Rose Harper" userId="CBx6f2DXmpzgAAomXMAKlkWdYSG4A3OFHk1+uBzOK5s=" providerId="None" clId="Web-{391EA4BF-51A7-4093-89A5-FEB01E9DE1FC}" dt="2025-12-09T01:42:28.303" v="158" actId="20577"/>
          <ac:spMkLst>
            <pc:docMk/>
            <pc:sldMk cId="995719016" sldId="258"/>
            <ac:spMk id="76" creationId="{6249F59B-D300-6A49-B290-9A94C581AE01}"/>
          </ac:spMkLst>
        </pc:spChg>
      </pc:sldChg>
      <pc:sldChg chg="new del">
        <pc:chgData name="Olivia Rose Harper" userId="CBx6f2DXmpzgAAomXMAKlkWdYSG4A3OFHk1+uBzOK5s=" providerId="None" clId="Web-{391EA4BF-51A7-4093-89A5-FEB01E9DE1FC}" dt="2025-12-09T01:44:17.335" v="169"/>
        <pc:sldMkLst>
          <pc:docMk/>
          <pc:sldMk cId="1748226815" sldId="259"/>
        </pc:sldMkLst>
      </pc:sldChg>
      <pc:sldChg chg="new del">
        <pc:chgData name="Olivia Rose Harper" userId="CBx6f2DXmpzgAAomXMAKlkWdYSG4A3OFHk1+uBzOK5s=" providerId="None" clId="Web-{391EA4BF-51A7-4093-89A5-FEB01E9DE1FC}" dt="2025-12-09T01:43:53.429" v="160"/>
        <pc:sldMkLst>
          <pc:docMk/>
          <pc:sldMk cId="1815386472" sldId="259"/>
        </pc:sldMkLst>
      </pc:sldChg>
      <pc:sldChg chg="modSp add replId">
        <pc:chgData name="Olivia Rose Harper" userId="CBx6f2DXmpzgAAomXMAKlkWdYSG4A3OFHk1+uBzOK5s=" providerId="None" clId="Web-{391EA4BF-51A7-4093-89A5-FEB01E9DE1FC}" dt="2025-12-09T01:55:29.781" v="380" actId="20577"/>
        <pc:sldMkLst>
          <pc:docMk/>
          <pc:sldMk cId="1442742431" sldId="260"/>
        </pc:sldMkLst>
        <pc:spChg chg="mod">
          <ac:chgData name="Olivia Rose Harper" userId="CBx6f2DXmpzgAAomXMAKlkWdYSG4A3OFHk1+uBzOK5s=" providerId="None" clId="Web-{391EA4BF-51A7-4093-89A5-FEB01E9DE1FC}" dt="2025-12-09T01:44:15.804" v="168" actId="20577"/>
          <ac:spMkLst>
            <pc:docMk/>
            <pc:sldMk cId="1442742431" sldId="260"/>
            <ac:spMk id="2" creationId="{2581F63E-B2B1-DBA9-9AE2-1FCD9F7724DC}"/>
          </ac:spMkLst>
        </pc:spChg>
        <pc:spChg chg="mod">
          <ac:chgData name="Olivia Rose Harper" userId="CBx6f2DXmpzgAAomXMAKlkWdYSG4A3OFHk1+uBzOK5s=" providerId="None" clId="Web-{391EA4BF-51A7-4093-89A5-FEB01E9DE1FC}" dt="2025-12-09T01:55:29.781" v="380" actId="20577"/>
          <ac:spMkLst>
            <pc:docMk/>
            <pc:sldMk cId="1442742431" sldId="260"/>
            <ac:spMk id="76" creationId="{6143B13C-3593-959A-F107-ABD884EEC0EB}"/>
          </ac:spMkLst>
        </pc:spChg>
      </pc:sldChg>
      <pc:sldChg chg="addSp delSp modSp new">
        <pc:chgData name="Olivia Rose Harper" userId="CBx6f2DXmpzgAAomXMAKlkWdYSG4A3OFHk1+uBzOK5s=" providerId="None" clId="Web-{391EA4BF-51A7-4093-89A5-FEB01E9DE1FC}" dt="2025-12-09T02:36:07.580" v="1115" actId="20577"/>
        <pc:sldMkLst>
          <pc:docMk/>
          <pc:sldMk cId="2482763088" sldId="261"/>
        </pc:sldMkLst>
        <pc:spChg chg="mod">
          <ac:chgData name="Olivia Rose Harper" userId="CBx6f2DXmpzgAAomXMAKlkWdYSG4A3OFHk1+uBzOK5s=" providerId="None" clId="Web-{391EA4BF-51A7-4093-89A5-FEB01E9DE1FC}" dt="2025-12-09T01:57:38.156" v="390" actId="14100"/>
          <ac:spMkLst>
            <pc:docMk/>
            <pc:sldMk cId="2482763088" sldId="261"/>
            <ac:spMk id="2" creationId="{DA6E073E-867B-F408-9F2A-DE331652EDF9}"/>
          </ac:spMkLst>
        </pc:spChg>
        <pc:spChg chg="mod">
          <ac:chgData name="Olivia Rose Harper" userId="CBx6f2DXmpzgAAomXMAKlkWdYSG4A3OFHk1+uBzOK5s=" providerId="None" clId="Web-{391EA4BF-51A7-4093-89A5-FEB01E9DE1FC}" dt="2025-12-09T02:33:58.095" v="877" actId="14100"/>
          <ac:spMkLst>
            <pc:docMk/>
            <pc:sldMk cId="2482763088" sldId="261"/>
            <ac:spMk id="3" creationId="{31761F6C-560E-799E-0764-DECD18A50107}"/>
          </ac:spMkLst>
        </pc:spChg>
        <pc:spChg chg="add del mod">
          <ac:chgData name="Olivia Rose Harper" userId="CBx6f2DXmpzgAAomXMAKlkWdYSG4A3OFHk1+uBzOK5s=" providerId="None" clId="Web-{391EA4BF-51A7-4093-89A5-FEB01E9DE1FC}" dt="2025-12-09T02:27:10.842" v="532"/>
          <ac:spMkLst>
            <pc:docMk/>
            <pc:sldMk cId="2482763088" sldId="261"/>
            <ac:spMk id="5" creationId="{05DB98A6-2264-AA0A-7114-CA5AC2B19FFC}"/>
          </ac:spMkLst>
        </pc:spChg>
        <pc:spChg chg="add del mod">
          <ac:chgData name="Olivia Rose Harper" userId="CBx6f2DXmpzgAAomXMAKlkWdYSG4A3OFHk1+uBzOK5s=" providerId="None" clId="Web-{391EA4BF-51A7-4093-89A5-FEB01E9DE1FC}" dt="2025-12-09T02:36:07.580" v="1115" actId="20577"/>
          <ac:spMkLst>
            <pc:docMk/>
            <pc:sldMk cId="2482763088" sldId="261"/>
            <ac:spMk id="6" creationId="{17A41693-AE74-ADB1-EC66-8B76FB38EC13}"/>
          </ac:spMkLst>
        </pc:spChg>
        <pc:spChg chg="add mod">
          <ac:chgData name="Olivia Rose Harper" userId="CBx6f2DXmpzgAAomXMAKlkWdYSG4A3OFHk1+uBzOK5s=" providerId="None" clId="Web-{391EA4BF-51A7-4093-89A5-FEB01E9DE1FC}" dt="2025-12-09T02:33:48.845" v="875" actId="14100"/>
          <ac:spMkLst>
            <pc:docMk/>
            <pc:sldMk cId="2482763088" sldId="261"/>
            <ac:spMk id="9" creationId="{A17B762F-1561-9C17-50DD-9D9D9B8DAD76}"/>
          </ac:spMkLst>
        </pc:spChg>
        <pc:cxnChg chg="add del mod">
          <ac:chgData name="Olivia Rose Harper" userId="CBx6f2DXmpzgAAomXMAKlkWdYSG4A3OFHk1+uBzOK5s=" providerId="None" clId="Web-{391EA4BF-51A7-4093-89A5-FEB01E9DE1FC}" dt="2025-12-09T02:26:22.748" v="527"/>
          <ac:cxnSpMkLst>
            <pc:docMk/>
            <pc:sldMk cId="2482763088" sldId="261"/>
            <ac:cxnSpMk id="7" creationId="{C0AD2864-8530-FFAD-426E-770D2CAFF476}"/>
          </ac:cxnSpMkLst>
        </pc:cxnChg>
        <pc:cxnChg chg="add del mod">
          <ac:chgData name="Olivia Rose Harper" userId="CBx6f2DXmpzgAAomXMAKlkWdYSG4A3OFHk1+uBzOK5s=" providerId="None" clId="Web-{391EA4BF-51A7-4093-89A5-FEB01E9DE1FC}" dt="2025-12-09T02:27:30.139" v="537"/>
          <ac:cxnSpMkLst>
            <pc:docMk/>
            <pc:sldMk cId="2482763088" sldId="261"/>
            <ac:cxnSpMk id="8" creationId="{9DF75975-0BC0-56D3-7587-91CB93FEC03D}"/>
          </ac:cxnSpMkLst>
        </pc:cxnChg>
      </pc:sldChg>
      <pc:sldChg chg="modSp new del">
        <pc:chgData name="Olivia Rose Harper" userId="CBx6f2DXmpzgAAomXMAKlkWdYSG4A3OFHk1+uBzOK5s=" providerId="None" clId="Web-{391EA4BF-51A7-4093-89A5-FEB01E9DE1FC}" dt="2025-12-09T01:56:47.719" v="384"/>
        <pc:sldMkLst>
          <pc:docMk/>
          <pc:sldMk cId="2554915473" sldId="261"/>
        </pc:sldMkLst>
        <pc:spChg chg="mod">
          <ac:chgData name="Olivia Rose Harper" userId="CBx6f2DXmpzgAAomXMAKlkWdYSG4A3OFHk1+uBzOK5s=" providerId="None" clId="Web-{391EA4BF-51A7-4093-89A5-FEB01E9DE1FC}" dt="2025-12-09T01:56:47.156" v="383" actId="20577"/>
          <ac:spMkLst>
            <pc:docMk/>
            <pc:sldMk cId="2554915473" sldId="261"/>
            <ac:spMk id="2" creationId="{FEF8A742-356A-6B5E-2284-3047212A01DA}"/>
          </ac:spMkLst>
        </pc:spChg>
      </pc:sldChg>
    </pc:docChg>
  </pc:docChgLst>
  <pc:docChgLst>
    <pc:chgData name="Elliott Shi" userId="xrrfyonBEbHKFTOkml6SoIC322YCft+YidanRQ9nhoU=" providerId="None" clId="Web-{1BA43197-711F-462E-9BBC-7CC2311F6FB2}"/>
    <pc:docChg chg="modSld">
      <pc:chgData name="Elliott Shi" userId="xrrfyonBEbHKFTOkml6SoIC322YCft+YidanRQ9nhoU=" providerId="None" clId="Web-{1BA43197-711F-462E-9BBC-7CC2311F6FB2}" dt="2025-12-09T15:23:13.346" v="867"/>
      <pc:docMkLst>
        <pc:docMk/>
      </pc:docMkLst>
      <pc:sldChg chg="modSp">
        <pc:chgData name="Elliott Shi" userId="xrrfyonBEbHKFTOkml6SoIC322YCft+YidanRQ9nhoU=" providerId="None" clId="Web-{1BA43197-711F-462E-9BBC-7CC2311F6FB2}" dt="2025-12-09T15:22:49.893" v="844" actId="20577"/>
        <pc:sldMkLst>
          <pc:docMk/>
          <pc:sldMk cId="1442742431" sldId="260"/>
        </pc:sldMkLst>
        <pc:spChg chg="mod">
          <ac:chgData name="Elliott Shi" userId="xrrfyonBEbHKFTOkml6SoIC322YCft+YidanRQ9nhoU=" providerId="None" clId="Web-{1BA43197-711F-462E-9BBC-7CC2311F6FB2}" dt="2025-12-09T15:22:49.893" v="844" actId="20577"/>
          <ac:spMkLst>
            <pc:docMk/>
            <pc:sldMk cId="1442742431" sldId="260"/>
            <ac:spMk id="76" creationId="{6143B13C-3593-959A-F107-ABD884EEC0EB}"/>
          </ac:spMkLst>
        </pc:spChg>
      </pc:sldChg>
      <pc:sldChg chg="modNotes">
        <pc:chgData name="Elliott Shi" userId="xrrfyonBEbHKFTOkml6SoIC322YCft+YidanRQ9nhoU=" providerId="None" clId="Web-{1BA43197-711F-462E-9BBC-7CC2311F6FB2}" dt="2025-12-09T15:23:13.346" v="867"/>
        <pc:sldMkLst>
          <pc:docMk/>
          <pc:sldMk cId="2482763088" sldId="261"/>
        </pc:sldMkLst>
      </pc:sldChg>
      <pc:sldChg chg="modSp">
        <pc:chgData name="Elliott Shi" userId="xrrfyonBEbHKFTOkml6SoIC322YCft+YidanRQ9nhoU=" providerId="None" clId="Web-{1BA43197-711F-462E-9BBC-7CC2311F6FB2}" dt="2025-12-09T15:21:01.156" v="780" actId="20577"/>
        <pc:sldMkLst>
          <pc:docMk/>
          <pc:sldMk cId="3536032258" sldId="265"/>
        </pc:sldMkLst>
        <pc:spChg chg="mod">
          <ac:chgData name="Elliott Shi" userId="xrrfyonBEbHKFTOkml6SoIC322YCft+YidanRQ9nhoU=" providerId="None" clId="Web-{1BA43197-711F-462E-9BBC-7CC2311F6FB2}" dt="2025-12-09T15:21:01.156" v="780" actId="20577"/>
          <ac:spMkLst>
            <pc:docMk/>
            <pc:sldMk cId="3536032258" sldId="265"/>
            <ac:spMk id="3" creationId="{6C86BCCB-0CD7-02AD-9EA5-B9C2B71EA805}"/>
          </ac:spMkLst>
        </pc:spChg>
      </pc:sldChg>
      <pc:sldChg chg="modSp">
        <pc:chgData name="Elliott Shi" userId="xrrfyonBEbHKFTOkml6SoIC322YCft+YidanRQ9nhoU=" providerId="None" clId="Web-{1BA43197-711F-462E-9BBC-7CC2311F6FB2}" dt="2025-12-09T14:57:55.520" v="108" actId="20577"/>
        <pc:sldMkLst>
          <pc:docMk/>
          <pc:sldMk cId="3168094268" sldId="266"/>
        </pc:sldMkLst>
        <pc:spChg chg="mod">
          <ac:chgData name="Elliott Shi" userId="xrrfyonBEbHKFTOkml6SoIC322YCft+YidanRQ9nhoU=" providerId="None" clId="Web-{1BA43197-711F-462E-9BBC-7CC2311F6FB2}" dt="2025-12-09T14:57:55.520" v="108" actId="20577"/>
          <ac:spMkLst>
            <pc:docMk/>
            <pc:sldMk cId="3168094268" sldId="266"/>
            <ac:spMk id="8" creationId="{9547D7BE-D54A-2E10-C207-21D74DD6F365}"/>
          </ac:spMkLst>
        </pc:spChg>
      </pc:sldChg>
      <pc:sldChg chg="modSp">
        <pc:chgData name="Elliott Shi" userId="xrrfyonBEbHKFTOkml6SoIC322YCft+YidanRQ9nhoU=" providerId="None" clId="Web-{1BA43197-711F-462E-9BBC-7CC2311F6FB2}" dt="2025-12-09T15:08:44.163" v="222" actId="20577"/>
        <pc:sldMkLst>
          <pc:docMk/>
          <pc:sldMk cId="1686603998" sldId="267"/>
        </pc:sldMkLst>
        <pc:spChg chg="mod">
          <ac:chgData name="Elliott Shi" userId="xrrfyonBEbHKFTOkml6SoIC322YCft+YidanRQ9nhoU=" providerId="None" clId="Web-{1BA43197-711F-462E-9BBC-7CC2311F6FB2}" dt="2025-12-09T15:08:44.163" v="222" actId="20577"/>
          <ac:spMkLst>
            <pc:docMk/>
            <pc:sldMk cId="1686603998" sldId="267"/>
            <ac:spMk id="3" creationId="{D9D255EA-F884-60CD-5F25-CE41324F8EDA}"/>
          </ac:spMkLst>
        </pc:spChg>
      </pc:sldChg>
      <pc:sldChg chg="modSp">
        <pc:chgData name="Elliott Shi" userId="xrrfyonBEbHKFTOkml6SoIC322YCft+YidanRQ9nhoU=" providerId="None" clId="Web-{1BA43197-711F-462E-9BBC-7CC2311F6FB2}" dt="2025-12-09T15:06:48.709" v="188" actId="20577"/>
        <pc:sldMkLst>
          <pc:docMk/>
          <pc:sldMk cId="4193864367" sldId="268"/>
        </pc:sldMkLst>
        <pc:spChg chg="mod">
          <ac:chgData name="Elliott Shi" userId="xrrfyonBEbHKFTOkml6SoIC322YCft+YidanRQ9nhoU=" providerId="None" clId="Web-{1BA43197-711F-462E-9BBC-7CC2311F6FB2}" dt="2025-12-09T15:06:48.709" v="188" actId="20577"/>
          <ac:spMkLst>
            <pc:docMk/>
            <pc:sldMk cId="4193864367" sldId="268"/>
            <ac:spMk id="8" creationId="{032E6B96-1B23-8BFD-3DD2-42C5652D1F41}"/>
          </ac:spMkLst>
        </pc:spChg>
      </pc:sldChg>
      <pc:sldChg chg="modSp">
        <pc:chgData name="Elliott Shi" userId="xrrfyonBEbHKFTOkml6SoIC322YCft+YidanRQ9nhoU=" providerId="None" clId="Web-{1BA43197-711F-462E-9BBC-7CC2311F6FB2}" dt="2025-12-09T15:16:46.139" v="511" actId="20577"/>
        <pc:sldMkLst>
          <pc:docMk/>
          <pc:sldMk cId="784406544" sldId="274"/>
        </pc:sldMkLst>
        <pc:spChg chg="mod">
          <ac:chgData name="Elliott Shi" userId="xrrfyonBEbHKFTOkml6SoIC322YCft+YidanRQ9nhoU=" providerId="None" clId="Web-{1BA43197-711F-462E-9BBC-7CC2311F6FB2}" dt="2025-12-09T15:16:46.139" v="511" actId="20577"/>
          <ac:spMkLst>
            <pc:docMk/>
            <pc:sldMk cId="784406544" sldId="274"/>
            <ac:spMk id="5" creationId="{1F97D386-12AF-2CCE-98AE-8733A56E3065}"/>
          </ac:spMkLst>
        </pc:spChg>
      </pc:sldChg>
      <pc:sldChg chg="modSp">
        <pc:chgData name="Elliott Shi" userId="xrrfyonBEbHKFTOkml6SoIC322YCft+YidanRQ9nhoU=" providerId="None" clId="Web-{1BA43197-711F-462E-9BBC-7CC2311F6FB2}" dt="2025-12-09T15:19:17.984" v="688" actId="20577"/>
        <pc:sldMkLst>
          <pc:docMk/>
          <pc:sldMk cId="2969819634" sldId="275"/>
        </pc:sldMkLst>
        <pc:spChg chg="mod">
          <ac:chgData name="Elliott Shi" userId="xrrfyonBEbHKFTOkml6SoIC322YCft+YidanRQ9nhoU=" providerId="None" clId="Web-{1BA43197-711F-462E-9BBC-7CC2311F6FB2}" dt="2025-12-09T15:19:17.984" v="688" actId="20577"/>
          <ac:spMkLst>
            <pc:docMk/>
            <pc:sldMk cId="2969819634" sldId="275"/>
            <ac:spMk id="5" creationId="{3CE82303-3226-E6BD-1656-A51DDE73883B}"/>
          </ac:spMkLst>
        </pc:spChg>
      </pc:sldChg>
    </pc:docChg>
  </pc:docChgLst>
  <pc:docChgLst>
    <pc:chgData name="Elliott Shi" userId="xrrfyonBEbHKFTOkml6SoIC322YCft+YidanRQ9nhoU=" providerId="None" clId="Web-{BDFAB38D-AE0A-436F-838C-69278BCF9529}"/>
    <pc:docChg chg="addSld delSld modSld sldOrd">
      <pc:chgData name="Elliott Shi" userId="xrrfyonBEbHKFTOkml6SoIC322YCft+YidanRQ9nhoU=" providerId="None" clId="Web-{BDFAB38D-AE0A-436F-838C-69278BCF9529}" dt="2025-12-09T03:05:52.027" v="1048" actId="20577"/>
      <pc:docMkLst>
        <pc:docMk/>
      </pc:docMkLst>
      <pc:sldChg chg="new del">
        <pc:chgData name="Elliott Shi" userId="xrrfyonBEbHKFTOkml6SoIC322YCft+YidanRQ9nhoU=" providerId="None" clId="Web-{BDFAB38D-AE0A-436F-838C-69278BCF9529}" dt="2025-12-09T02:31:31.490" v="2"/>
        <pc:sldMkLst>
          <pc:docMk/>
          <pc:sldMk cId="1172047378" sldId="262"/>
        </pc:sldMkLst>
      </pc:sldChg>
      <pc:sldChg chg="modSp add replId">
        <pc:chgData name="Elliott Shi" userId="xrrfyonBEbHKFTOkml6SoIC322YCft+YidanRQ9nhoU=" providerId="None" clId="Web-{BDFAB38D-AE0A-436F-838C-69278BCF9529}" dt="2025-12-09T02:36:10.684" v="119" actId="20577"/>
        <pc:sldMkLst>
          <pc:docMk/>
          <pc:sldMk cId="2350905346" sldId="263"/>
        </pc:sldMkLst>
        <pc:spChg chg="mod">
          <ac:chgData name="Elliott Shi" userId="xrrfyonBEbHKFTOkml6SoIC322YCft+YidanRQ9nhoU=" providerId="None" clId="Web-{BDFAB38D-AE0A-436F-838C-69278BCF9529}" dt="2025-12-09T02:31:41.350" v="13" actId="20577"/>
          <ac:spMkLst>
            <pc:docMk/>
            <pc:sldMk cId="2350905346" sldId="263"/>
            <ac:spMk id="2" creationId="{61003C2A-13A3-0E33-F50D-998ECA656EF3}"/>
          </ac:spMkLst>
        </pc:spChg>
        <pc:spChg chg="mod">
          <ac:chgData name="Elliott Shi" userId="xrrfyonBEbHKFTOkml6SoIC322YCft+YidanRQ9nhoU=" providerId="None" clId="Web-{BDFAB38D-AE0A-436F-838C-69278BCF9529}" dt="2025-12-09T02:36:10.684" v="119" actId="20577"/>
          <ac:spMkLst>
            <pc:docMk/>
            <pc:sldMk cId="2350905346" sldId="263"/>
            <ac:spMk id="76" creationId="{C77A475B-B347-CB1A-BBA7-F1C4708DB043}"/>
          </ac:spMkLst>
        </pc:spChg>
      </pc:sldChg>
      <pc:sldChg chg="addSp modSp new">
        <pc:chgData name="Elliott Shi" userId="xrrfyonBEbHKFTOkml6SoIC322YCft+YidanRQ9nhoU=" providerId="None" clId="Web-{BDFAB38D-AE0A-436F-838C-69278BCF9529}" dt="2025-12-09T02:44:04.865" v="427" actId="1076"/>
        <pc:sldMkLst>
          <pc:docMk/>
          <pc:sldMk cId="3536032258" sldId="265"/>
        </pc:sldMkLst>
        <pc:spChg chg="mod">
          <ac:chgData name="Elliott Shi" userId="xrrfyonBEbHKFTOkml6SoIC322YCft+YidanRQ9nhoU=" providerId="None" clId="Web-{BDFAB38D-AE0A-436F-838C-69278BCF9529}" dt="2025-12-09T02:37:32.719" v="127" actId="20577"/>
          <ac:spMkLst>
            <pc:docMk/>
            <pc:sldMk cId="3536032258" sldId="265"/>
            <ac:spMk id="2" creationId="{8BB1A5E2-14C1-EA1F-9036-63C8662E41B5}"/>
          </ac:spMkLst>
        </pc:spChg>
        <pc:spChg chg="mod">
          <ac:chgData name="Elliott Shi" userId="xrrfyonBEbHKFTOkml6SoIC322YCft+YidanRQ9nhoU=" providerId="None" clId="Web-{BDFAB38D-AE0A-436F-838C-69278BCF9529}" dt="2025-12-09T02:43:02.864" v="416" actId="20577"/>
          <ac:spMkLst>
            <pc:docMk/>
            <pc:sldMk cId="3536032258" sldId="265"/>
            <ac:spMk id="3" creationId="{6C86BCCB-0CD7-02AD-9EA5-B9C2B71EA805}"/>
          </ac:spMkLst>
        </pc:spChg>
        <pc:spChg chg="add mod">
          <ac:chgData name="Elliott Shi" userId="xrrfyonBEbHKFTOkml6SoIC322YCft+YidanRQ9nhoU=" providerId="None" clId="Web-{BDFAB38D-AE0A-436F-838C-69278BCF9529}" dt="2025-12-09T02:44:00.740" v="426" actId="1076"/>
          <ac:spMkLst>
            <pc:docMk/>
            <pc:sldMk cId="3536032258" sldId="265"/>
            <ac:spMk id="5" creationId="{2B85F112-82FF-7B65-A11A-51A74B1DFCE2}"/>
          </ac:spMkLst>
        </pc:spChg>
        <pc:picChg chg="add mod">
          <ac:chgData name="Elliott Shi" userId="xrrfyonBEbHKFTOkml6SoIC322YCft+YidanRQ9nhoU=" providerId="None" clId="Web-{BDFAB38D-AE0A-436F-838C-69278BCF9529}" dt="2025-12-09T02:44:04.865" v="427" actId="1076"/>
          <ac:picMkLst>
            <pc:docMk/>
            <pc:sldMk cId="3536032258" sldId="265"/>
            <ac:picMk id="4" creationId="{B5C30971-C90B-58E7-1BFB-541A6FD8A760}"/>
          </ac:picMkLst>
        </pc:picChg>
      </pc:sldChg>
      <pc:sldChg chg="addSp delSp modSp new">
        <pc:chgData name="Elliott Shi" userId="xrrfyonBEbHKFTOkml6SoIC322YCft+YidanRQ9nhoU=" providerId="None" clId="Web-{BDFAB38D-AE0A-436F-838C-69278BCF9529}" dt="2025-12-09T02:53:55.530" v="705" actId="20577"/>
        <pc:sldMkLst>
          <pc:docMk/>
          <pc:sldMk cId="3168094268" sldId="266"/>
        </pc:sldMkLst>
        <pc:spChg chg="mod">
          <ac:chgData name="Elliott Shi" userId="xrrfyonBEbHKFTOkml6SoIC322YCft+YidanRQ9nhoU=" providerId="None" clId="Web-{BDFAB38D-AE0A-436F-838C-69278BCF9529}" dt="2025-12-09T02:44:19.866" v="447" actId="20577"/>
          <ac:spMkLst>
            <pc:docMk/>
            <pc:sldMk cId="3168094268" sldId="266"/>
            <ac:spMk id="2" creationId="{FBD6836A-CCC5-5CC5-F5CD-A06A43CA60F8}"/>
          </ac:spMkLst>
        </pc:spChg>
        <pc:spChg chg="del">
          <ac:chgData name="Elliott Shi" userId="xrrfyonBEbHKFTOkml6SoIC322YCft+YidanRQ9nhoU=" providerId="None" clId="Web-{BDFAB38D-AE0A-436F-838C-69278BCF9529}" dt="2025-12-09T02:46:44.660" v="448"/>
          <ac:spMkLst>
            <pc:docMk/>
            <pc:sldMk cId="3168094268" sldId="266"/>
            <ac:spMk id="3" creationId="{99F88130-EFA2-FA39-3E09-0A6F64E25780}"/>
          </ac:spMkLst>
        </pc:spChg>
        <pc:spChg chg="add del">
          <ac:chgData name="Elliott Shi" userId="xrrfyonBEbHKFTOkml6SoIC322YCft+YidanRQ9nhoU=" providerId="None" clId="Web-{BDFAB38D-AE0A-436F-838C-69278BCF9529}" dt="2025-12-09T02:48:52.836" v="465"/>
          <ac:spMkLst>
            <pc:docMk/>
            <pc:sldMk cId="3168094268" sldId="266"/>
            <ac:spMk id="7" creationId="{0766159C-4282-707E-87C4-D06F40DEE29D}"/>
          </ac:spMkLst>
        </pc:spChg>
        <pc:spChg chg="add mod">
          <ac:chgData name="Elliott Shi" userId="xrrfyonBEbHKFTOkml6SoIC322YCft+YidanRQ9nhoU=" providerId="None" clId="Web-{BDFAB38D-AE0A-436F-838C-69278BCF9529}" dt="2025-12-09T02:53:55.530" v="705" actId="20577"/>
          <ac:spMkLst>
            <pc:docMk/>
            <pc:sldMk cId="3168094268" sldId="266"/>
            <ac:spMk id="8" creationId="{9547D7BE-D54A-2E10-C207-21D74DD6F365}"/>
          </ac:spMkLst>
        </pc:spChg>
        <pc:picChg chg="add mod ord">
          <ac:chgData name="Elliott Shi" userId="xrrfyonBEbHKFTOkml6SoIC322YCft+YidanRQ9nhoU=" providerId="None" clId="Web-{BDFAB38D-AE0A-436F-838C-69278BCF9529}" dt="2025-12-09T02:46:55.707" v="452" actId="14100"/>
          <ac:picMkLst>
            <pc:docMk/>
            <pc:sldMk cId="3168094268" sldId="266"/>
            <ac:picMk id="4" creationId="{9F2674CD-1B3C-FB11-10DF-DC8A00248EFE}"/>
          </ac:picMkLst>
        </pc:picChg>
        <pc:picChg chg="add mod">
          <ac:chgData name="Elliott Shi" userId="xrrfyonBEbHKFTOkml6SoIC322YCft+YidanRQ9nhoU=" providerId="None" clId="Web-{BDFAB38D-AE0A-436F-838C-69278BCF9529}" dt="2025-12-09T02:47:57.288" v="458" actId="14100"/>
          <ac:picMkLst>
            <pc:docMk/>
            <pc:sldMk cId="3168094268" sldId="266"/>
            <ac:picMk id="5" creationId="{09B0CA34-08DA-48FD-4F44-E54630DC3C16}"/>
          </ac:picMkLst>
        </pc:picChg>
        <pc:picChg chg="add mod">
          <ac:chgData name="Elliott Shi" userId="xrrfyonBEbHKFTOkml6SoIC322YCft+YidanRQ9nhoU=" providerId="None" clId="Web-{BDFAB38D-AE0A-436F-838C-69278BCF9529}" dt="2025-12-09T02:48:46.148" v="463" actId="1076"/>
          <ac:picMkLst>
            <pc:docMk/>
            <pc:sldMk cId="3168094268" sldId="266"/>
            <ac:picMk id="6" creationId="{D5C8CC1A-FEEB-BAD0-3533-36FA3270146D}"/>
          </ac:picMkLst>
        </pc:picChg>
      </pc:sldChg>
      <pc:sldChg chg="addSp modSp ord">
        <pc:chgData name="Elliott Shi" userId="xrrfyonBEbHKFTOkml6SoIC322YCft+YidanRQ9nhoU=" providerId="None" clId="Web-{BDFAB38D-AE0A-436F-838C-69278BCF9529}" dt="2025-12-09T03:05:52.027" v="1048" actId="20577"/>
        <pc:sldMkLst>
          <pc:docMk/>
          <pc:sldMk cId="1686603998" sldId="267"/>
        </pc:sldMkLst>
        <pc:spChg chg="mod">
          <ac:chgData name="Elliott Shi" userId="xrrfyonBEbHKFTOkml6SoIC322YCft+YidanRQ9nhoU=" providerId="None" clId="Web-{BDFAB38D-AE0A-436F-838C-69278BCF9529}" dt="2025-12-09T03:01:59.014" v="803" actId="20577"/>
          <ac:spMkLst>
            <pc:docMk/>
            <pc:sldMk cId="1686603998" sldId="267"/>
            <ac:spMk id="2" creationId="{98CC2AD3-BE7B-1BB4-9116-E7637AB64C45}"/>
          </ac:spMkLst>
        </pc:spChg>
        <pc:spChg chg="mod">
          <ac:chgData name="Elliott Shi" userId="xrrfyonBEbHKFTOkml6SoIC322YCft+YidanRQ9nhoU=" providerId="None" clId="Web-{BDFAB38D-AE0A-436F-838C-69278BCF9529}" dt="2025-12-09T03:05:52.027" v="1048" actId="20577"/>
          <ac:spMkLst>
            <pc:docMk/>
            <pc:sldMk cId="1686603998" sldId="267"/>
            <ac:spMk id="3" creationId="{D9D255EA-F884-60CD-5F25-CE41324F8EDA}"/>
          </ac:spMkLst>
        </pc:spChg>
        <pc:picChg chg="add mod">
          <ac:chgData name="Elliott Shi" userId="xrrfyonBEbHKFTOkml6SoIC322YCft+YidanRQ9nhoU=" providerId="None" clId="Web-{BDFAB38D-AE0A-436F-838C-69278BCF9529}" dt="2025-12-09T03:04:37.602" v="944" actId="14100"/>
          <ac:picMkLst>
            <pc:docMk/>
            <pc:sldMk cId="1686603998" sldId="267"/>
            <ac:picMk id="4" creationId="{A4142D07-F6A4-692B-C426-675FA2685CF6}"/>
          </ac:picMkLst>
        </pc:picChg>
        <pc:picChg chg="add mod">
          <ac:chgData name="Elliott Shi" userId="xrrfyonBEbHKFTOkml6SoIC322YCft+YidanRQ9nhoU=" providerId="None" clId="Web-{BDFAB38D-AE0A-436F-838C-69278BCF9529}" dt="2025-12-09T03:04:46.900" v="947" actId="1076"/>
          <ac:picMkLst>
            <pc:docMk/>
            <pc:sldMk cId="1686603998" sldId="267"/>
            <ac:picMk id="5" creationId="{EA04AEA5-8AC6-B0A2-80BC-CC5AFEFEA4F2}"/>
          </ac:picMkLst>
        </pc:picChg>
      </pc:sldChg>
      <pc:sldChg chg="addSp delSp modSp add replId">
        <pc:chgData name="Elliott Shi" userId="xrrfyonBEbHKFTOkml6SoIC322YCft+YidanRQ9nhoU=" providerId="None" clId="Web-{BDFAB38D-AE0A-436F-838C-69278BCF9529}" dt="2025-12-09T03:01:09.542" v="787" actId="20577"/>
        <pc:sldMkLst>
          <pc:docMk/>
          <pc:sldMk cId="4193864367" sldId="268"/>
        </pc:sldMkLst>
        <pc:spChg chg="mod">
          <ac:chgData name="Elliott Shi" userId="xrrfyonBEbHKFTOkml6SoIC322YCft+YidanRQ9nhoU=" providerId="None" clId="Web-{BDFAB38D-AE0A-436F-838C-69278BCF9529}" dt="2025-12-09T02:55:59.488" v="708" actId="20577"/>
          <ac:spMkLst>
            <pc:docMk/>
            <pc:sldMk cId="4193864367" sldId="268"/>
            <ac:spMk id="2" creationId="{7BDC344D-1D81-A520-D603-BC0D4C9208B4}"/>
          </ac:spMkLst>
        </pc:spChg>
        <pc:spChg chg="add del mod">
          <ac:chgData name="Elliott Shi" userId="xrrfyonBEbHKFTOkml6SoIC322YCft+YidanRQ9nhoU=" providerId="None" clId="Web-{BDFAB38D-AE0A-436F-838C-69278BCF9529}" dt="2025-12-09T02:58:21.805" v="715"/>
          <ac:spMkLst>
            <pc:docMk/>
            <pc:sldMk cId="4193864367" sldId="268"/>
            <ac:spMk id="7" creationId="{C6003C7B-39FC-CAFB-0956-FD02A8188B14}"/>
          </ac:spMkLst>
        </pc:spChg>
        <pc:spChg chg="mod">
          <ac:chgData name="Elliott Shi" userId="xrrfyonBEbHKFTOkml6SoIC322YCft+YidanRQ9nhoU=" providerId="None" clId="Web-{BDFAB38D-AE0A-436F-838C-69278BCF9529}" dt="2025-12-09T03:01:09.542" v="787" actId="20577"/>
          <ac:spMkLst>
            <pc:docMk/>
            <pc:sldMk cId="4193864367" sldId="268"/>
            <ac:spMk id="8" creationId="{032E6B96-1B23-8BFD-3DD2-42C5652D1F41}"/>
          </ac:spMkLst>
        </pc:spChg>
        <pc:picChg chg="del">
          <ac:chgData name="Elliott Shi" userId="xrrfyonBEbHKFTOkml6SoIC322YCft+YidanRQ9nhoU=" providerId="None" clId="Web-{BDFAB38D-AE0A-436F-838C-69278BCF9529}" dt="2025-12-09T02:58:21.336" v="714"/>
          <ac:picMkLst>
            <pc:docMk/>
            <pc:sldMk cId="4193864367" sldId="268"/>
            <ac:picMk id="4" creationId="{88A0E9EA-715E-6DC5-6E0A-03B21D20C64E}"/>
          </ac:picMkLst>
        </pc:picChg>
        <pc:picChg chg="del">
          <ac:chgData name="Elliott Shi" userId="xrrfyonBEbHKFTOkml6SoIC322YCft+YidanRQ9nhoU=" providerId="None" clId="Web-{BDFAB38D-AE0A-436F-838C-69278BCF9529}" dt="2025-12-09T02:58:40.602" v="722"/>
          <ac:picMkLst>
            <pc:docMk/>
            <pc:sldMk cId="4193864367" sldId="268"/>
            <ac:picMk id="5" creationId="{2E0F4E51-491B-0FF9-81A3-505EC6C477A5}"/>
          </ac:picMkLst>
        </pc:picChg>
        <pc:picChg chg="del">
          <ac:chgData name="Elliott Shi" userId="xrrfyonBEbHKFTOkml6SoIC322YCft+YidanRQ9nhoU=" providerId="None" clId="Web-{BDFAB38D-AE0A-436F-838C-69278BCF9529}" dt="2025-12-09T02:59:13.290" v="728"/>
          <ac:picMkLst>
            <pc:docMk/>
            <pc:sldMk cId="4193864367" sldId="268"/>
            <ac:picMk id="6" creationId="{9C2A99A9-A303-D4D7-6108-464745006310}"/>
          </ac:picMkLst>
        </pc:picChg>
        <pc:picChg chg="add mod ord">
          <ac:chgData name="Elliott Shi" userId="xrrfyonBEbHKFTOkml6SoIC322YCft+YidanRQ9nhoU=" providerId="None" clId="Web-{BDFAB38D-AE0A-436F-838C-69278BCF9529}" dt="2025-12-09T02:58:32.993" v="721" actId="1076"/>
          <ac:picMkLst>
            <pc:docMk/>
            <pc:sldMk cId="4193864367" sldId="268"/>
            <ac:picMk id="9" creationId="{09481DCA-F024-4D48-93CF-8233DADDA196}"/>
          </ac:picMkLst>
        </pc:picChg>
        <pc:picChg chg="add mod">
          <ac:chgData name="Elliott Shi" userId="xrrfyonBEbHKFTOkml6SoIC322YCft+YidanRQ9nhoU=" providerId="None" clId="Web-{BDFAB38D-AE0A-436F-838C-69278BCF9529}" dt="2025-12-09T02:58:47.868" v="727" actId="1076"/>
          <ac:picMkLst>
            <pc:docMk/>
            <pc:sldMk cId="4193864367" sldId="268"/>
            <ac:picMk id="10" creationId="{0F233A97-7187-8E43-4C9F-16DC6F6985F9}"/>
          </ac:picMkLst>
        </pc:picChg>
        <pc:picChg chg="add mod">
          <ac:chgData name="Elliott Shi" userId="xrrfyonBEbHKFTOkml6SoIC322YCft+YidanRQ9nhoU=" providerId="None" clId="Web-{BDFAB38D-AE0A-436F-838C-69278BCF9529}" dt="2025-12-09T02:59:17.931" v="731" actId="1076"/>
          <ac:picMkLst>
            <pc:docMk/>
            <pc:sldMk cId="4193864367" sldId="268"/>
            <ac:picMk id="11" creationId="{D7BED631-EE0B-8B70-A2D6-275624CEDFEC}"/>
          </ac:picMkLst>
        </pc:picChg>
      </pc:sldChg>
    </pc:docChg>
  </pc:docChgLst>
  <pc:docChgLst>
    <pc:chgData name="Lyndsey R Harris" userId="CCl0Pu7CHLbnGs6FR+xDj9gVoc6aaFrS5TuKLAPDaYA=" providerId="None" clId="Web-{2855E858-1651-49FB-A37E-502394CF162B}"/>
    <pc:docChg chg="addSld delSld modSld sldOrd">
      <pc:chgData name="Lyndsey R Harris" userId="CCl0Pu7CHLbnGs6FR+xDj9gVoc6aaFrS5TuKLAPDaYA=" providerId="None" clId="Web-{2855E858-1651-49FB-A37E-502394CF162B}" dt="2025-12-09T16:31:40.163" v="319" actId="14100"/>
      <pc:docMkLst>
        <pc:docMk/>
      </pc:docMkLst>
      <pc:sldChg chg="modSp">
        <pc:chgData name="Lyndsey R Harris" userId="CCl0Pu7CHLbnGs6FR+xDj9gVoc6aaFrS5TuKLAPDaYA=" providerId="None" clId="Web-{2855E858-1651-49FB-A37E-502394CF162B}" dt="2025-12-09T15:42:13.577" v="310" actId="20577"/>
        <pc:sldMkLst>
          <pc:docMk/>
          <pc:sldMk cId="109857222" sldId="256"/>
        </pc:sldMkLst>
        <pc:spChg chg="mod">
          <ac:chgData name="Lyndsey R Harris" userId="CCl0Pu7CHLbnGs6FR+xDj9gVoc6aaFrS5TuKLAPDaYA=" providerId="None" clId="Web-{2855E858-1651-49FB-A37E-502394CF162B}" dt="2025-12-09T15:42:13.577" v="310" actId="20577"/>
          <ac:spMkLst>
            <pc:docMk/>
            <pc:sldMk cId="109857222" sldId="256"/>
            <ac:spMk id="3" creationId="{00000000-0000-0000-0000-000000000000}"/>
          </ac:spMkLst>
        </pc:spChg>
      </pc:sldChg>
      <pc:sldChg chg="modSp">
        <pc:chgData name="Lyndsey R Harris" userId="CCl0Pu7CHLbnGs6FR+xDj9gVoc6aaFrS5TuKLAPDaYA=" providerId="None" clId="Web-{2855E858-1651-49FB-A37E-502394CF162B}" dt="2025-12-09T15:29:04.805" v="205" actId="20577"/>
        <pc:sldMkLst>
          <pc:docMk/>
          <pc:sldMk cId="2330718125" sldId="269"/>
        </pc:sldMkLst>
        <pc:spChg chg="mod">
          <ac:chgData name="Lyndsey R Harris" userId="CCl0Pu7CHLbnGs6FR+xDj9gVoc6aaFrS5TuKLAPDaYA=" providerId="None" clId="Web-{2855E858-1651-49FB-A37E-502394CF162B}" dt="2025-12-09T15:29:04.805" v="205" actId="20577"/>
          <ac:spMkLst>
            <pc:docMk/>
            <pc:sldMk cId="2330718125" sldId="269"/>
            <ac:spMk id="9" creationId="{A97AE2C0-510C-238A-00F9-8885D0FCCA74}"/>
          </ac:spMkLst>
        </pc:spChg>
      </pc:sldChg>
      <pc:sldChg chg="modSp">
        <pc:chgData name="Lyndsey R Harris" userId="CCl0Pu7CHLbnGs6FR+xDj9gVoc6aaFrS5TuKLAPDaYA=" providerId="None" clId="Web-{2855E858-1651-49FB-A37E-502394CF162B}" dt="2025-12-09T16:31:40.163" v="319" actId="14100"/>
        <pc:sldMkLst>
          <pc:docMk/>
          <pc:sldMk cId="3005378327" sldId="278"/>
        </pc:sldMkLst>
        <pc:spChg chg="mod">
          <ac:chgData name="Lyndsey R Harris" userId="CCl0Pu7CHLbnGs6FR+xDj9gVoc6aaFrS5TuKLAPDaYA=" providerId="None" clId="Web-{2855E858-1651-49FB-A37E-502394CF162B}" dt="2025-12-09T16:31:17.209" v="316" actId="1076"/>
          <ac:spMkLst>
            <pc:docMk/>
            <pc:sldMk cId="3005378327" sldId="278"/>
            <ac:spMk id="16" creationId="{68BD7CB8-3717-B18A-DBAF-1D645F1CE2B9}"/>
          </ac:spMkLst>
        </pc:spChg>
        <pc:picChg chg="mod">
          <ac:chgData name="Lyndsey R Harris" userId="CCl0Pu7CHLbnGs6FR+xDj9gVoc6aaFrS5TuKLAPDaYA=" providerId="None" clId="Web-{2855E858-1651-49FB-A37E-502394CF162B}" dt="2025-12-09T16:31:29.163" v="317" actId="1076"/>
          <ac:picMkLst>
            <pc:docMk/>
            <pc:sldMk cId="3005378327" sldId="278"/>
            <ac:picMk id="8" creationId="{4B4A7C96-0737-7310-4853-35E2E8C0E229}"/>
          </ac:picMkLst>
        </pc:picChg>
        <pc:picChg chg="mod">
          <ac:chgData name="Lyndsey R Harris" userId="CCl0Pu7CHLbnGs6FR+xDj9gVoc6aaFrS5TuKLAPDaYA=" providerId="None" clId="Web-{2855E858-1651-49FB-A37E-502394CF162B}" dt="2025-12-09T16:31:40.163" v="319" actId="14100"/>
          <ac:picMkLst>
            <pc:docMk/>
            <pc:sldMk cId="3005378327" sldId="278"/>
            <ac:picMk id="12" creationId="{F2A8B92B-36F1-8D73-357A-8175C378B52E}"/>
          </ac:picMkLst>
        </pc:picChg>
        <pc:picChg chg="mod">
          <ac:chgData name="Lyndsey R Harris" userId="CCl0Pu7CHLbnGs6FR+xDj9gVoc6aaFrS5TuKLAPDaYA=" providerId="None" clId="Web-{2855E858-1651-49FB-A37E-502394CF162B}" dt="2025-12-09T16:31:32.178" v="318" actId="1076"/>
          <ac:picMkLst>
            <pc:docMk/>
            <pc:sldMk cId="3005378327" sldId="278"/>
            <ac:picMk id="13" creationId="{672AF144-AC4A-5D63-FF5B-B075245FD6ED}"/>
          </ac:picMkLst>
        </pc:picChg>
        <pc:picChg chg="mod">
          <ac:chgData name="Lyndsey R Harris" userId="CCl0Pu7CHLbnGs6FR+xDj9gVoc6aaFrS5TuKLAPDaYA=" providerId="None" clId="Web-{2855E858-1651-49FB-A37E-502394CF162B}" dt="2025-12-09T15:22:53.537" v="152" actId="1076"/>
          <ac:picMkLst>
            <pc:docMk/>
            <pc:sldMk cId="3005378327" sldId="278"/>
            <ac:picMk id="14" creationId="{040256AA-F478-4EE3-2DA3-8340384E0E40}"/>
          </ac:picMkLst>
        </pc:picChg>
      </pc:sldChg>
      <pc:sldChg chg="modSp add del ord replId">
        <pc:chgData name="Lyndsey R Harris" userId="CCl0Pu7CHLbnGs6FR+xDj9gVoc6aaFrS5TuKLAPDaYA=" providerId="None" clId="Web-{2855E858-1651-49FB-A37E-502394CF162B}" dt="2025-12-09T15:23:45.429" v="169"/>
        <pc:sldMkLst>
          <pc:docMk/>
          <pc:sldMk cId="3747419164" sldId="279"/>
        </pc:sldMkLst>
        <pc:spChg chg="mod ord">
          <ac:chgData name="Lyndsey R Harris" userId="CCl0Pu7CHLbnGs6FR+xDj9gVoc6aaFrS5TuKLAPDaYA=" providerId="None" clId="Web-{2855E858-1651-49FB-A37E-502394CF162B}" dt="2025-12-09T15:19:02.922" v="146" actId="20577"/>
          <ac:spMkLst>
            <pc:docMk/>
            <pc:sldMk cId="3747419164" sldId="279"/>
            <ac:spMk id="16" creationId="{5FC97357-E5E5-E330-7A2D-A45B45439E27}"/>
          </ac:spMkLst>
        </pc:spChg>
        <pc:picChg chg="mod ord">
          <ac:chgData name="Lyndsey R Harris" userId="CCl0Pu7CHLbnGs6FR+xDj9gVoc6aaFrS5TuKLAPDaYA=" providerId="None" clId="Web-{2855E858-1651-49FB-A37E-502394CF162B}" dt="2025-12-09T15:16:30.041" v="19"/>
          <ac:picMkLst>
            <pc:docMk/>
            <pc:sldMk cId="3747419164" sldId="279"/>
            <ac:picMk id="8" creationId="{589D7C6F-F52F-D746-3BBC-E390F246678B}"/>
          </ac:picMkLst>
        </pc:picChg>
        <pc:picChg chg="mod">
          <ac:chgData name="Lyndsey R Harris" userId="CCl0Pu7CHLbnGs6FR+xDj9gVoc6aaFrS5TuKLAPDaYA=" providerId="None" clId="Web-{2855E858-1651-49FB-A37E-502394CF162B}" dt="2025-12-09T15:16:46.260" v="22" actId="1076"/>
          <ac:picMkLst>
            <pc:docMk/>
            <pc:sldMk cId="3747419164" sldId="279"/>
            <ac:picMk id="12" creationId="{72BEA21B-D464-2FCD-A7A6-B437A0A2C0AA}"/>
          </ac:picMkLst>
        </pc:picChg>
        <pc:picChg chg="mod">
          <ac:chgData name="Lyndsey R Harris" userId="CCl0Pu7CHLbnGs6FR+xDj9gVoc6aaFrS5TuKLAPDaYA=" providerId="None" clId="Web-{2855E858-1651-49FB-A37E-502394CF162B}" dt="2025-12-09T15:15:36.693" v="11" actId="14100"/>
          <ac:picMkLst>
            <pc:docMk/>
            <pc:sldMk cId="3747419164" sldId="279"/>
            <ac:picMk id="13" creationId="{51F00C44-A60D-C45F-B826-4BD7E4F8C9B6}"/>
          </ac:picMkLst>
        </pc:picChg>
        <pc:picChg chg="mod ord">
          <ac:chgData name="Lyndsey R Harris" userId="CCl0Pu7CHLbnGs6FR+xDj9gVoc6aaFrS5TuKLAPDaYA=" providerId="None" clId="Web-{2855E858-1651-49FB-A37E-502394CF162B}" dt="2025-12-09T15:16:51.120" v="23" actId="1076"/>
          <ac:picMkLst>
            <pc:docMk/>
            <pc:sldMk cId="3747419164" sldId="279"/>
            <ac:picMk id="14" creationId="{418173EA-5681-6461-ECF8-273485557F68}"/>
          </ac:picMkLst>
        </pc:picChg>
      </pc:sldChg>
    </pc:docChg>
  </pc:docChgLst>
  <pc:docChgLst>
    <pc:chgData name="Lyndsey R Harris" userId="CCl0Pu7CHLbnGs6FR+xDj9gVoc6aaFrS5TuKLAPDaYA=" providerId="None" clId="Web-{300F8057-F8AC-4557-9FA3-D1DC7C0C3B05}"/>
    <pc:docChg chg="addSld modSld sldOrd">
      <pc:chgData name="Lyndsey R Harris" userId="CCl0Pu7CHLbnGs6FR+xDj9gVoc6aaFrS5TuKLAPDaYA=" providerId="None" clId="Web-{300F8057-F8AC-4557-9FA3-D1DC7C0C3B05}" dt="2025-12-09T03:29:21.859" v="318" actId="20577"/>
      <pc:docMkLst>
        <pc:docMk/>
      </pc:docMkLst>
      <pc:sldChg chg="modSp">
        <pc:chgData name="Lyndsey R Harris" userId="CCl0Pu7CHLbnGs6FR+xDj9gVoc6aaFrS5TuKLAPDaYA=" providerId="None" clId="Web-{300F8057-F8AC-4557-9FA3-D1DC7C0C3B05}" dt="2025-12-09T02:47:11.874" v="0" actId="20577"/>
        <pc:sldMkLst>
          <pc:docMk/>
          <pc:sldMk cId="109857222" sldId="256"/>
        </pc:sldMkLst>
        <pc:spChg chg="mod">
          <ac:chgData name="Lyndsey R Harris" userId="CCl0Pu7CHLbnGs6FR+xDj9gVoc6aaFrS5TuKLAPDaYA=" providerId="None" clId="Web-{300F8057-F8AC-4557-9FA3-D1DC7C0C3B05}" dt="2025-12-09T02:47:11.874" v="0" actId="20577"/>
          <ac:spMkLst>
            <pc:docMk/>
            <pc:sldMk cId="109857222" sldId="256"/>
            <ac:spMk id="3" creationId="{00000000-0000-0000-0000-000000000000}"/>
          </ac:spMkLst>
        </pc:spChg>
      </pc:sldChg>
      <pc:sldChg chg="new">
        <pc:chgData name="Lyndsey R Harris" userId="CCl0Pu7CHLbnGs6FR+xDj9gVoc6aaFrS5TuKLAPDaYA=" providerId="None" clId="Web-{300F8057-F8AC-4557-9FA3-D1DC7C0C3B05}" dt="2025-12-09T02:47:53.843" v="1"/>
        <pc:sldMkLst>
          <pc:docMk/>
          <pc:sldMk cId="1686603998" sldId="267"/>
        </pc:sldMkLst>
      </pc:sldChg>
      <pc:sldChg chg="addSp delSp modSp new ord">
        <pc:chgData name="Lyndsey R Harris" userId="CCl0Pu7CHLbnGs6FR+xDj9gVoc6aaFrS5TuKLAPDaYA=" providerId="None" clId="Web-{300F8057-F8AC-4557-9FA3-D1DC7C0C3B05}" dt="2025-12-09T03:29:21.859" v="318" actId="20577"/>
        <pc:sldMkLst>
          <pc:docMk/>
          <pc:sldMk cId="2330718125" sldId="269"/>
        </pc:sldMkLst>
        <pc:spChg chg="mod">
          <ac:chgData name="Lyndsey R Harris" userId="CCl0Pu7CHLbnGs6FR+xDj9gVoc6aaFrS5TuKLAPDaYA=" providerId="None" clId="Web-{300F8057-F8AC-4557-9FA3-D1DC7C0C3B05}" dt="2025-12-09T03:14:42.707" v="68" actId="20577"/>
          <ac:spMkLst>
            <pc:docMk/>
            <pc:sldMk cId="2330718125" sldId="269"/>
            <ac:spMk id="2" creationId="{B686DF33-138F-4E1B-BD5C-6C36D0671CFA}"/>
          </ac:spMkLst>
        </pc:spChg>
        <pc:spChg chg="del mod">
          <ac:chgData name="Lyndsey R Harris" userId="CCl0Pu7CHLbnGs6FR+xDj9gVoc6aaFrS5TuKLAPDaYA=" providerId="None" clId="Web-{300F8057-F8AC-4557-9FA3-D1DC7C0C3B05}" dt="2025-12-09T03:10:44.895" v="15"/>
          <ac:spMkLst>
            <pc:docMk/>
            <pc:sldMk cId="2330718125" sldId="269"/>
            <ac:spMk id="3" creationId="{F276D2A0-1E1D-88FB-19F2-D4F777BAAF1B}"/>
          </ac:spMkLst>
        </pc:spChg>
        <pc:spChg chg="add del">
          <ac:chgData name="Lyndsey R Harris" userId="CCl0Pu7CHLbnGs6FR+xDj9gVoc6aaFrS5TuKLAPDaYA=" providerId="None" clId="Web-{300F8057-F8AC-4557-9FA3-D1DC7C0C3B05}" dt="2025-12-09T03:16:09.160" v="73"/>
          <ac:spMkLst>
            <pc:docMk/>
            <pc:sldMk cId="2330718125" sldId="269"/>
            <ac:spMk id="8" creationId="{BB101105-ADBC-A24C-4CCA-32CB769A2FA1}"/>
          </ac:spMkLst>
        </pc:spChg>
        <pc:spChg chg="add mod">
          <ac:chgData name="Lyndsey R Harris" userId="CCl0Pu7CHLbnGs6FR+xDj9gVoc6aaFrS5TuKLAPDaYA=" providerId="None" clId="Web-{300F8057-F8AC-4557-9FA3-D1DC7C0C3B05}" dt="2025-12-09T03:29:21.859" v="318" actId="20577"/>
          <ac:spMkLst>
            <pc:docMk/>
            <pc:sldMk cId="2330718125" sldId="269"/>
            <ac:spMk id="9" creationId="{A97AE2C0-510C-238A-00F9-8885D0FCCA74}"/>
          </ac:spMkLst>
        </pc:spChg>
        <pc:picChg chg="add mod ord">
          <ac:chgData name="Lyndsey R Harris" userId="CCl0Pu7CHLbnGs6FR+xDj9gVoc6aaFrS5TuKLAPDaYA=" providerId="None" clId="Web-{300F8057-F8AC-4557-9FA3-D1DC7C0C3B05}" dt="2025-12-09T03:11:27.645" v="28" actId="1076"/>
          <ac:picMkLst>
            <pc:docMk/>
            <pc:sldMk cId="2330718125" sldId="269"/>
            <ac:picMk id="4" creationId="{BC943AB7-2130-BBC6-6597-D98AA28580C1}"/>
          </ac:picMkLst>
        </pc:picChg>
        <pc:picChg chg="add mod">
          <ac:chgData name="Lyndsey R Harris" userId="CCl0Pu7CHLbnGs6FR+xDj9gVoc6aaFrS5TuKLAPDaYA=" providerId="None" clId="Web-{300F8057-F8AC-4557-9FA3-D1DC7C0C3B05}" dt="2025-12-09T03:11:30.317" v="29" actId="1076"/>
          <ac:picMkLst>
            <pc:docMk/>
            <pc:sldMk cId="2330718125" sldId="269"/>
            <ac:picMk id="5" creationId="{CA592CF7-272E-3A21-F9D7-9978970A002C}"/>
          </ac:picMkLst>
        </pc:picChg>
        <pc:picChg chg="add mod">
          <ac:chgData name="Lyndsey R Harris" userId="CCl0Pu7CHLbnGs6FR+xDj9gVoc6aaFrS5TuKLAPDaYA=" providerId="None" clId="Web-{300F8057-F8AC-4557-9FA3-D1DC7C0C3B05}" dt="2025-12-09T03:11:37.629" v="31" actId="1076"/>
          <ac:picMkLst>
            <pc:docMk/>
            <pc:sldMk cId="2330718125" sldId="269"/>
            <ac:picMk id="6" creationId="{52AE7F9C-30E2-9725-A38E-305D75098FCE}"/>
          </ac:picMkLst>
        </pc:picChg>
        <pc:picChg chg="add mod">
          <ac:chgData name="Lyndsey R Harris" userId="CCl0Pu7CHLbnGs6FR+xDj9gVoc6aaFrS5TuKLAPDaYA=" providerId="None" clId="Web-{300F8057-F8AC-4557-9FA3-D1DC7C0C3B05}" dt="2025-12-09T03:15:45.754" v="71" actId="14100"/>
          <ac:picMkLst>
            <pc:docMk/>
            <pc:sldMk cId="2330718125" sldId="269"/>
            <ac:picMk id="7" creationId="{51FB0A66-FF50-F618-8156-7DB473EC1F5A}"/>
          </ac:picMkLst>
        </pc:picChg>
      </pc:sldChg>
      <pc:sldChg chg="addSp delSp modSp new ord">
        <pc:chgData name="Lyndsey R Harris" userId="CCl0Pu7CHLbnGs6FR+xDj9gVoc6aaFrS5TuKLAPDaYA=" providerId="None" clId="Web-{300F8057-F8AC-4557-9FA3-D1DC7C0C3B05}" dt="2025-12-09T03:28:19.280" v="297" actId="20577"/>
        <pc:sldMkLst>
          <pc:docMk/>
          <pc:sldMk cId="2423104350" sldId="272"/>
        </pc:sldMkLst>
        <pc:spChg chg="mod">
          <ac:chgData name="Lyndsey R Harris" userId="CCl0Pu7CHLbnGs6FR+xDj9gVoc6aaFrS5TuKLAPDaYA=" providerId="None" clId="Web-{300F8057-F8AC-4557-9FA3-D1DC7C0C3B05}" dt="2025-12-09T03:14:31.629" v="66" actId="20577"/>
          <ac:spMkLst>
            <pc:docMk/>
            <pc:sldMk cId="2423104350" sldId="272"/>
            <ac:spMk id="2" creationId="{C2CFE7DE-5CE9-DD7C-EEE8-FDC8B774C50C}"/>
          </ac:spMkLst>
        </pc:spChg>
        <pc:spChg chg="del">
          <ac:chgData name="Lyndsey R Harris" userId="CCl0Pu7CHLbnGs6FR+xDj9gVoc6aaFrS5TuKLAPDaYA=" providerId="None" clId="Web-{300F8057-F8AC-4557-9FA3-D1DC7C0C3B05}" dt="2025-12-09T03:16:12.269" v="74"/>
          <ac:spMkLst>
            <pc:docMk/>
            <pc:sldMk cId="2423104350" sldId="272"/>
            <ac:spMk id="3" creationId="{367E9490-9A34-1633-0FAA-BB50793AA2FC}"/>
          </ac:spMkLst>
        </pc:spChg>
        <pc:spChg chg="add mod">
          <ac:chgData name="Lyndsey R Harris" userId="CCl0Pu7CHLbnGs6FR+xDj9gVoc6aaFrS5TuKLAPDaYA=" providerId="None" clId="Web-{300F8057-F8AC-4557-9FA3-D1DC7C0C3B05}" dt="2025-12-09T03:28:19.280" v="297" actId="20577"/>
          <ac:spMkLst>
            <pc:docMk/>
            <pc:sldMk cId="2423104350" sldId="272"/>
            <ac:spMk id="9" creationId="{E0C1B593-C5B4-C7C3-D405-5F135C87B1FF}"/>
          </ac:spMkLst>
        </pc:spChg>
        <pc:picChg chg="add mod">
          <ac:chgData name="Lyndsey R Harris" userId="CCl0Pu7CHLbnGs6FR+xDj9gVoc6aaFrS5TuKLAPDaYA=" providerId="None" clId="Web-{300F8057-F8AC-4557-9FA3-D1DC7C0C3B05}" dt="2025-12-09T03:24:55.515" v="226" actId="14100"/>
          <ac:picMkLst>
            <pc:docMk/>
            <pc:sldMk cId="2423104350" sldId="272"/>
            <ac:picMk id="4" creationId="{A91D498A-0906-9343-4296-C178E334A610}"/>
          </ac:picMkLst>
        </pc:picChg>
        <pc:picChg chg="add mod">
          <ac:chgData name="Lyndsey R Harris" userId="CCl0Pu7CHLbnGs6FR+xDj9gVoc6aaFrS5TuKLAPDaYA=" providerId="None" clId="Web-{300F8057-F8AC-4557-9FA3-D1DC7C0C3B05}" dt="2025-12-09T03:25:06.249" v="228" actId="14100"/>
          <ac:picMkLst>
            <pc:docMk/>
            <pc:sldMk cId="2423104350" sldId="272"/>
            <ac:picMk id="5" creationId="{A125339D-6573-498F-7849-05D015BAF8D2}"/>
          </ac:picMkLst>
        </pc:picChg>
        <pc:picChg chg="add mod">
          <ac:chgData name="Lyndsey R Harris" userId="CCl0Pu7CHLbnGs6FR+xDj9gVoc6aaFrS5TuKLAPDaYA=" providerId="None" clId="Web-{300F8057-F8AC-4557-9FA3-D1DC7C0C3B05}" dt="2025-12-09T03:25:00.484" v="227" actId="14100"/>
          <ac:picMkLst>
            <pc:docMk/>
            <pc:sldMk cId="2423104350" sldId="272"/>
            <ac:picMk id="6" creationId="{3E26DF16-094F-3C78-1FB8-75185FE276E0}"/>
          </ac:picMkLst>
        </pc:picChg>
        <pc:picChg chg="add mod">
          <ac:chgData name="Lyndsey R Harris" userId="CCl0Pu7CHLbnGs6FR+xDj9gVoc6aaFrS5TuKLAPDaYA=" providerId="None" clId="Web-{300F8057-F8AC-4557-9FA3-D1DC7C0C3B05}" dt="2025-12-09T03:25:10.952" v="229" actId="14100"/>
          <ac:picMkLst>
            <pc:docMk/>
            <pc:sldMk cId="2423104350" sldId="272"/>
            <ac:picMk id="7" creationId="{0533279F-69FE-B951-C48E-5A451459DB45}"/>
          </ac:picMkLst>
        </pc:picChg>
      </pc:sldChg>
    </pc:docChg>
  </pc:docChgLst>
  <pc:docChgLst>
    <pc:chgData name="Elliott Shi" userId="xrrfyonBEbHKFTOkml6SoIC322YCft+YidanRQ9nhoU=" providerId="None" clId="Web-{A71E12DC-73E7-457A-B5E0-26C7AE055A3A}"/>
    <pc:docChg chg="modSld">
      <pc:chgData name="Elliott Shi" userId="xrrfyonBEbHKFTOkml6SoIC322YCft+YidanRQ9nhoU=" providerId="None" clId="Web-{A71E12DC-73E7-457A-B5E0-26C7AE055A3A}" dt="2025-12-09T17:10:53.830" v="10" actId="20577"/>
      <pc:docMkLst>
        <pc:docMk/>
      </pc:docMkLst>
      <pc:sldChg chg="modSp">
        <pc:chgData name="Elliott Shi" userId="xrrfyonBEbHKFTOkml6SoIC322YCft+YidanRQ9nhoU=" providerId="None" clId="Web-{A71E12DC-73E7-457A-B5E0-26C7AE055A3A}" dt="2025-12-09T17:10:53.830" v="10" actId="20577"/>
        <pc:sldMkLst>
          <pc:docMk/>
          <pc:sldMk cId="109857222" sldId="256"/>
        </pc:sldMkLst>
        <pc:spChg chg="mod">
          <ac:chgData name="Elliott Shi" userId="xrrfyonBEbHKFTOkml6SoIC322YCft+YidanRQ9nhoU=" providerId="None" clId="Web-{A71E12DC-73E7-457A-B5E0-26C7AE055A3A}" dt="2025-12-09T17:10:53.830" v="10" actId="20577"/>
          <ac:spMkLst>
            <pc:docMk/>
            <pc:sldMk cId="109857222" sldId="256"/>
            <ac:spMk id="3" creationId="{00000000-0000-0000-0000-000000000000}"/>
          </ac:spMkLst>
        </pc:spChg>
      </pc:sldChg>
    </pc:docChg>
  </pc:docChgLst>
  <pc:docChgLst>
    <pc:chgData name="Elliott Shi" userId="xrrfyonBEbHKFTOkml6SoIC322YCft+YidanRQ9nhoU=" providerId="None" clId="Web-{C07366C9-8526-4A09-BF25-4947191B4ACE}"/>
    <pc:docChg chg="modSld">
      <pc:chgData name="Elliott Shi" userId="xrrfyonBEbHKFTOkml6SoIC322YCft+YidanRQ9nhoU=" providerId="None" clId="Web-{C07366C9-8526-4A09-BF25-4947191B4ACE}" dt="2025-12-09T16:58:15.032" v="7" actId="20577"/>
      <pc:docMkLst>
        <pc:docMk/>
      </pc:docMkLst>
      <pc:sldChg chg="modSp">
        <pc:chgData name="Elliott Shi" userId="xrrfyonBEbHKFTOkml6SoIC322YCft+YidanRQ9nhoU=" providerId="None" clId="Web-{C07366C9-8526-4A09-BF25-4947191B4ACE}" dt="2025-12-09T16:58:15.032" v="7" actId="20577"/>
        <pc:sldMkLst>
          <pc:docMk/>
          <pc:sldMk cId="2969819634" sldId="275"/>
        </pc:sldMkLst>
        <pc:spChg chg="mod">
          <ac:chgData name="Elliott Shi" userId="xrrfyonBEbHKFTOkml6SoIC322YCft+YidanRQ9nhoU=" providerId="None" clId="Web-{C07366C9-8526-4A09-BF25-4947191B4ACE}" dt="2025-12-09T16:58:15.032" v="7" actId="20577"/>
          <ac:spMkLst>
            <pc:docMk/>
            <pc:sldMk cId="2969819634" sldId="275"/>
            <ac:spMk id="5" creationId="{3CE82303-3226-E6BD-1656-A51DDE73883B}"/>
          </ac:spMkLst>
        </pc:spChg>
      </pc:sldChg>
    </pc:docChg>
  </pc:docChgLst>
  <pc:docChgLst>
    <pc:chgData name="Lyndsey R Harris" userId="CCl0Pu7CHLbnGs6FR+xDj9gVoc6aaFrS5TuKLAPDaYA=" providerId="None" clId="Web-{5E56C2F4-32EB-47C7-B3F7-13389C14AE15}"/>
    <pc:docChg chg="modSld">
      <pc:chgData name="Lyndsey R Harris" userId="CCl0Pu7CHLbnGs6FR+xDj9gVoc6aaFrS5TuKLAPDaYA=" providerId="None" clId="Web-{5E56C2F4-32EB-47C7-B3F7-13389C14AE15}" dt="2025-12-09T17:04:46.444" v="21" actId="20577"/>
      <pc:docMkLst>
        <pc:docMk/>
      </pc:docMkLst>
      <pc:sldChg chg="modSp">
        <pc:chgData name="Lyndsey R Harris" userId="CCl0Pu7CHLbnGs6FR+xDj9gVoc6aaFrS5TuKLAPDaYA=" providerId="None" clId="Web-{5E56C2F4-32EB-47C7-B3F7-13389C14AE15}" dt="2025-12-09T17:04:46.444" v="21" actId="20577"/>
        <pc:sldMkLst>
          <pc:docMk/>
          <pc:sldMk cId="1442742431" sldId="260"/>
        </pc:sldMkLst>
        <pc:spChg chg="mod">
          <ac:chgData name="Lyndsey R Harris" userId="CCl0Pu7CHLbnGs6FR+xDj9gVoc6aaFrS5TuKLAPDaYA=" providerId="None" clId="Web-{5E56C2F4-32EB-47C7-B3F7-13389C14AE15}" dt="2025-12-09T17:04:46.444" v="21" actId="20577"/>
          <ac:spMkLst>
            <pc:docMk/>
            <pc:sldMk cId="1442742431" sldId="260"/>
            <ac:spMk id="76" creationId="{6143B13C-3593-959A-F107-ABD884EEC0EB}"/>
          </ac:spMkLst>
        </pc:spChg>
      </pc:sldChg>
      <pc:sldChg chg="modSp">
        <pc:chgData name="Lyndsey R Harris" userId="CCl0Pu7CHLbnGs6FR+xDj9gVoc6aaFrS5TuKLAPDaYA=" providerId="None" clId="Web-{5E56C2F4-32EB-47C7-B3F7-13389C14AE15}" dt="2025-12-09T17:01:34.209" v="20" actId="20577"/>
        <pc:sldMkLst>
          <pc:docMk/>
          <pc:sldMk cId="3005378327" sldId="278"/>
        </pc:sldMkLst>
        <pc:spChg chg="mod">
          <ac:chgData name="Lyndsey R Harris" userId="CCl0Pu7CHLbnGs6FR+xDj9gVoc6aaFrS5TuKLAPDaYA=" providerId="None" clId="Web-{5E56C2F4-32EB-47C7-B3F7-13389C14AE15}" dt="2025-12-09T17:01:34.209" v="20" actId="20577"/>
          <ac:spMkLst>
            <pc:docMk/>
            <pc:sldMk cId="3005378327" sldId="278"/>
            <ac:spMk id="16" creationId="{68BD7CB8-3717-B18A-DBAF-1D645F1CE2B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4F2AE7-09B2-4AFF-82CC-B8CC0F7F6CE2}" type="datetimeFigureOut">
              <a:t>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0E2365-C297-4D77-A578-9A5AA56D649A}" type="slidenum">
              <a:t>‹#›</a:t>
            </a:fld>
            <a:endParaRPr lang="en-US"/>
          </a:p>
        </p:txBody>
      </p:sp>
    </p:spTree>
    <p:extLst>
      <p:ext uri="{BB962C8B-B14F-4D97-AF65-F5344CB8AC3E}">
        <p14:creationId xmlns:p14="http://schemas.microsoft.com/office/powerpoint/2010/main" val="621887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260E2365-C297-4D77-A578-9A5AA56D649A}" type="slidenum">
              <a:t>5</a:t>
            </a:fld>
            <a:endParaRPr lang="en-US"/>
          </a:p>
        </p:txBody>
      </p:sp>
    </p:spTree>
    <p:extLst>
      <p:ext uri="{BB962C8B-B14F-4D97-AF65-F5344CB8AC3E}">
        <p14:creationId xmlns:p14="http://schemas.microsoft.com/office/powerpoint/2010/main" val="18282134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For my model, my research hypothesis was </a:t>
            </a:r>
            <a:r>
              <a:rPr lang="en-US" dirty="0" err="1">
                <a:solidFill>
                  <a:srgbClr val="000000"/>
                </a:solidFill>
              </a:rPr>
              <a:t>o</a:t>
            </a:r>
            <a:r>
              <a:rPr lang="en-US" dirty="0" err="1">
                <a:solidFill>
                  <a:srgbClr val="3D3D3D"/>
                </a:solidFill>
              </a:rPr>
              <a:t>o</a:t>
            </a:r>
            <a:r>
              <a:rPr lang="en-US" dirty="0">
                <a:solidFill>
                  <a:srgbClr val="3D3D3D"/>
                </a:solidFill>
              </a:rPr>
              <a:t> location characteristics (crime rate and legal cases) and region impact house prices in the UK? So out of the available variable sin our dataset, there were only a few that could be related to location </a:t>
            </a:r>
            <a:r>
              <a:rPr lang="en-US" dirty="0" err="1">
                <a:solidFill>
                  <a:srgbClr val="3D3D3D"/>
                </a:solidFill>
              </a:rPr>
              <a:t>charactersitics</a:t>
            </a:r>
            <a:r>
              <a:rPr lang="en-US" dirty="0">
                <a:solidFill>
                  <a:srgbClr val="3D3D3D"/>
                </a:solidFill>
              </a:rPr>
              <a:t>. I looked at crime cases reported and legal cases on the property and then added city for my interaction effect which had four levels: Birmingham, Liverpool, London, and Manchester. After running the initial model, I got the top three plots. The residuals look somewhat normal, but we did get a Shapiro test with a p-value of 6.99 times 10-10 so very small indicating a normality issue. The </a:t>
            </a:r>
            <a:r>
              <a:rPr lang="en-US" dirty="0" err="1">
                <a:solidFill>
                  <a:srgbClr val="3D3D3D"/>
                </a:solidFill>
              </a:rPr>
              <a:t>QQplot</a:t>
            </a:r>
            <a:r>
              <a:rPr lang="en-US" dirty="0">
                <a:solidFill>
                  <a:srgbClr val="3D3D3D"/>
                </a:solidFill>
              </a:rPr>
              <a:t> shows decent deviation at both tails as well. Then on the top right we have the residuals vs. Fitted. It looks a little funky because although crime cases reported is technically continuous, it behaves more like a categorical variable since no more than 4 crime cases were ever reported. And the legal cases is a binary variable. From the plot, there is no curvature, potentially some non-constant variance, but the BP test did not have a significant P value, so maybe it is accounting for the categorical nature of the variables. And lastly for diagnostics I did a VIF test, and all the predictors came back with a VIF greater than 5 indicating multicollinearity, so we will need to address that later. </a:t>
            </a:r>
          </a:p>
          <a:p>
            <a:r>
              <a:rPr lang="en-US" dirty="0">
                <a:solidFill>
                  <a:srgbClr val="3D3D3D"/>
                </a:solidFill>
                <a:ea typeface="Calibri"/>
                <a:cs typeface="Calibri"/>
              </a:rPr>
              <a:t>After that I did a test for influential points and outliers since we have non-normality and there looks like there could be outliers in the QQ plot. The cooks distance and leverage diagnostics did flag some influential points, so I decided to apply the IQR rule for outlier removal. However when I plotted the residuals again I got the graph in the bottom right. The outlier removal ended removing too many points, in fact it removed almost all of the points where legal cases = 1. So after considering the tradeoffs between removing them and keeping, I decided not to remove outliers to not skew the model too much and proceed with a weighted least square remedy. </a:t>
            </a:r>
          </a:p>
        </p:txBody>
      </p:sp>
      <p:sp>
        <p:nvSpPr>
          <p:cNvPr id="4" name="Slide Number Placeholder 3"/>
          <p:cNvSpPr>
            <a:spLocks noGrp="1"/>
          </p:cNvSpPr>
          <p:nvPr>
            <p:ph type="sldNum" sz="quarter" idx="5"/>
          </p:nvPr>
        </p:nvSpPr>
        <p:spPr/>
        <p:txBody>
          <a:bodyPr/>
          <a:lstStyle/>
          <a:p>
            <a:fld id="{260E2365-C297-4D77-A578-9A5AA56D649A}" type="slidenum">
              <a:rPr lang="en-US"/>
              <a:t>10</a:t>
            </a:fld>
            <a:endParaRPr lang="en-US"/>
          </a:p>
        </p:txBody>
      </p:sp>
    </p:spTree>
    <p:extLst>
      <p:ext uri="{BB962C8B-B14F-4D97-AF65-F5344CB8AC3E}">
        <p14:creationId xmlns:p14="http://schemas.microsoft.com/office/powerpoint/2010/main" val="218023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So after doing the model diagnostics, I moved on to remedies before running the final </a:t>
            </a:r>
            <a:r>
              <a:rPr lang="en-US" err="1">
                <a:ea typeface="Calibri"/>
                <a:cs typeface="Calibri"/>
              </a:rPr>
              <a:t>anova</a:t>
            </a:r>
            <a:r>
              <a:rPr lang="en-US">
                <a:ea typeface="Calibri"/>
                <a:cs typeface="Calibri"/>
              </a:rPr>
              <a:t> test for the hypothesis. First to address the normality issue I did a weighted least squares which minimizes the sum of squared residuals by weighting each observation in the </a:t>
            </a:r>
            <a:r>
              <a:rPr lang="en-US" err="1">
                <a:ea typeface="Calibri"/>
                <a:cs typeface="Calibri"/>
              </a:rPr>
              <a:t>ols</a:t>
            </a:r>
            <a:r>
              <a:rPr lang="en-US">
                <a:ea typeface="Calibri"/>
                <a:cs typeface="Calibri"/>
              </a:rPr>
              <a:t> model. So after fitting a WLS model we got the following histogram and residual plot. They look pretty similar to the original model and had a very slightly larger p value, but it was practically negligible. However I decided to keep going a ran a bootstrapped confidence interval. </a:t>
            </a:r>
            <a:r>
              <a:rPr lang="en-US"/>
              <a:t>The confidence intervals between the OLS bootstrapped values and the WLS bootstrapped values shift slightly downwards showing that there isn't a stronger positive effect of the WLS remedy. </a:t>
            </a:r>
            <a:r>
              <a:rPr lang="en-US">
                <a:ea typeface="Calibri"/>
                <a:cs typeface="Calibri"/>
              </a:rPr>
              <a:t>The only confidence interval that did not contain zero was the intercept. Since we get about the same results as what the summary of the initial model showed us, </a:t>
            </a:r>
            <a:r>
              <a:rPr lang="en-US" dirty="0">
                <a:ea typeface="Calibri"/>
                <a:cs typeface="Calibri"/>
              </a:rPr>
              <a:t>I'm not sure the WLS remedy improved much or there just isn't an overall effect. </a:t>
            </a:r>
            <a:endParaRPr lang="en-US" dirty="0"/>
          </a:p>
          <a:p>
            <a:r>
              <a:rPr lang="en-US" dirty="0">
                <a:ea typeface="Calibri"/>
                <a:cs typeface="Calibri"/>
              </a:rPr>
              <a:t>Next to address multicollinearity I performed a ridge regression. The bootstrapped confidence intervals showed a similar but slightly smaller interval. Many of the confidence intervals overlap indicating that impacts many not be statistically significant. But to truly tell that: I ran an </a:t>
            </a:r>
            <a:r>
              <a:rPr lang="en-US" dirty="0" err="1">
                <a:ea typeface="Calibri"/>
                <a:cs typeface="Calibri"/>
              </a:rPr>
              <a:t>anova</a:t>
            </a:r>
            <a:r>
              <a:rPr lang="en-US" dirty="0">
                <a:ea typeface="Calibri"/>
                <a:cs typeface="Calibri"/>
              </a:rPr>
              <a:t> test with the full model including all predictors and the reduced model removing all city interactions. The output gives us a 0.4218 p-value suggesting that there are no overall regional effects and corroborating some of the results seen earlier. </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60E2365-C297-4D77-A578-9A5AA56D649A}" type="slidenum">
              <a:rPr lang="en-US"/>
              <a:t>11</a:t>
            </a:fld>
            <a:endParaRPr lang="en-US"/>
          </a:p>
        </p:txBody>
      </p:sp>
    </p:spTree>
    <p:extLst>
      <p:ext uri="{BB962C8B-B14F-4D97-AF65-F5344CB8AC3E}">
        <p14:creationId xmlns:p14="http://schemas.microsoft.com/office/powerpoint/2010/main" val="2403235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Following Elliott's diagnostics that there are some influential points and potential outliers, we did create a new dataset with removed outliers according to the IQR rule. After re-running the model with the cleaned </a:t>
            </a:r>
            <a:r>
              <a:rPr lang="en-US" dirty="0" err="1">
                <a:ea typeface="Calibri"/>
                <a:cs typeface="Calibri"/>
              </a:rPr>
              <a:t>daset</a:t>
            </a:r>
            <a:r>
              <a:rPr lang="en-US">
                <a:ea typeface="Calibri"/>
                <a:cs typeface="Calibri"/>
              </a:rPr>
              <a:t> </a:t>
            </a:r>
          </a:p>
          <a:p>
            <a:endParaRPr lang="en-US" dirty="0">
              <a:ea typeface="Calibri"/>
              <a:cs typeface="Calibri"/>
            </a:endParaRPr>
          </a:p>
          <a:p>
            <a:endParaRPr lang="en-US" dirty="0">
              <a:ea typeface="Calibri"/>
              <a:cs typeface="Calibri"/>
            </a:endParaRPr>
          </a:p>
          <a:p>
            <a:r>
              <a:rPr lang="en-US">
                <a:ea typeface="Calibri"/>
                <a:cs typeface="Calibri"/>
              </a:rPr>
              <a:t>For ridge regression interpretation according what was said in lecture, if the goal is prediction, which is our goal, we should retain predictors even if confidence intervals overlap or there is high correlation. Thus even though we get some highly correlated intervals , since we want to predict we will continue to the </a:t>
            </a:r>
            <a:r>
              <a:rPr lang="en-US" dirty="0" err="1">
                <a:ea typeface="Calibri"/>
                <a:cs typeface="Calibri"/>
              </a:rPr>
              <a:t>anova</a:t>
            </a:r>
            <a:r>
              <a:rPr lang="en-US">
                <a:ea typeface="Calibri"/>
                <a:cs typeface="Calibri"/>
              </a:rPr>
              <a:t> model only using the weighted least squares</a:t>
            </a:r>
            <a:r>
              <a:rPr lang="en-US" dirty="0">
                <a:ea typeface="Calibri"/>
                <a:cs typeface="Calibri"/>
              </a:rPr>
              <a:t> model</a:t>
            </a:r>
            <a:r>
              <a:rPr lang="en-US">
                <a:ea typeface="Calibri"/>
                <a:cs typeface="Calibri"/>
              </a:rPr>
              <a:t>.  </a:t>
            </a:r>
          </a:p>
        </p:txBody>
      </p:sp>
      <p:sp>
        <p:nvSpPr>
          <p:cNvPr id="4" name="Slide Number Placeholder 3"/>
          <p:cNvSpPr>
            <a:spLocks noGrp="1"/>
          </p:cNvSpPr>
          <p:nvPr>
            <p:ph type="sldNum" sz="quarter" idx="5"/>
          </p:nvPr>
        </p:nvSpPr>
        <p:spPr/>
        <p:txBody>
          <a:bodyPr/>
          <a:lstStyle/>
          <a:p>
            <a:fld id="{260E2365-C297-4D77-A578-9A5AA56D649A}" type="slidenum">
              <a:rPr lang="en-US"/>
              <a:t>18</a:t>
            </a:fld>
            <a:endParaRPr lang="en-US"/>
          </a:p>
        </p:txBody>
      </p:sp>
    </p:spTree>
    <p:extLst>
      <p:ext uri="{BB962C8B-B14F-4D97-AF65-F5344CB8AC3E}">
        <p14:creationId xmlns:p14="http://schemas.microsoft.com/office/powerpoint/2010/main" val="8492712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12/9/2025</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45011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32800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12/9/2025</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62931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12/9/2025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91461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dirty="0"/>
              <a:t>Click to edit Master title style</a:t>
            </a:r>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601557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23153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14007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dirty="0"/>
              <a:t>Click to edit Master title style</a:t>
            </a:r>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12/9/2025</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532563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dirty="0"/>
              <a:t>Click to edit Master title style</a:t>
            </a:r>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26952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168776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12/9/2025</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857014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a:t>
            </a:r>
          </a:p>
          <a:p>
            <a:pPr lvl="7"/>
            <a:r>
              <a:rPr lang="en-US" dirty="0"/>
              <a:t>Eight</a:t>
            </a:r>
          </a:p>
          <a:p>
            <a:pPr lvl="8"/>
            <a:r>
              <a:rPr lang="en-US" dirty="0"/>
              <a:t>nine</a:t>
            </a:r>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12/9/2025</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361964798"/>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picpedia.org/highway-signs/m/methodology.html"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STAT 512: Presentation </a:t>
            </a:r>
          </a:p>
        </p:txBody>
      </p:sp>
      <p:sp>
        <p:nvSpPr>
          <p:cNvPr id="3" name="Subtitle 2"/>
          <p:cNvSpPr>
            <a:spLocks noGrp="1"/>
          </p:cNvSpPr>
          <p:nvPr>
            <p:ph type="subTitle" idx="1"/>
          </p:nvPr>
        </p:nvSpPr>
        <p:spPr/>
        <p:txBody>
          <a:bodyPr/>
          <a:lstStyle/>
          <a:p>
            <a:r>
              <a:rPr lang="en-US" dirty="0"/>
              <a:t>Elliott Shi, Olivia Harper, Lyndsey</a:t>
            </a:r>
            <a:r>
              <a:rPr lang="en-US"/>
              <a:t> Harris, Rahmi Azzahra – Group 2</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AE73F-43E9-CD39-50F4-11425978487D}"/>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8AFDD573-6C75-7ABF-B0D0-2C6CA07FD44B}"/>
              </a:ext>
            </a:extLst>
          </p:cNvPr>
          <p:cNvSpPr>
            <a:spLocks noGrp="1"/>
          </p:cNvSpPr>
          <p:nvPr>
            <p:ph idx="1"/>
          </p:nvPr>
        </p:nvSpPr>
        <p:spPr/>
        <p:txBody>
          <a:bodyPr/>
          <a:lstStyle/>
          <a:p>
            <a:pPr marL="342900" indent="-342900">
              <a:buAutoNum type="arabicPeriod"/>
            </a:pPr>
            <a:r>
              <a:rPr lang="en-US" dirty="0"/>
              <a:t>Background</a:t>
            </a:r>
          </a:p>
          <a:p>
            <a:pPr marL="342900" indent="-342900">
              <a:buAutoNum type="arabicPeriod"/>
            </a:pPr>
            <a:r>
              <a:rPr lang="en-US" dirty="0"/>
              <a:t>Research Questions</a:t>
            </a:r>
          </a:p>
          <a:p>
            <a:pPr marL="342900" indent="-342900">
              <a:buAutoNum type="arabicPeriod"/>
            </a:pPr>
            <a:r>
              <a:rPr lang="en-US" dirty="0"/>
              <a:t>Data Source</a:t>
            </a:r>
          </a:p>
          <a:p>
            <a:pPr marL="342900" indent="-342900">
              <a:buAutoNum type="arabicPeriod"/>
            </a:pPr>
            <a:r>
              <a:rPr lang="en-US" dirty="0"/>
              <a:t>Hypothesis and Variables</a:t>
            </a:r>
          </a:p>
          <a:p>
            <a:pPr marL="342900" indent="-342900">
              <a:buAutoNum type="arabicPeriod"/>
            </a:pPr>
            <a:r>
              <a:rPr lang="en-US" dirty="0"/>
              <a:t>Methodology</a:t>
            </a:r>
          </a:p>
          <a:p>
            <a:pPr marL="342900" indent="-342900">
              <a:buAutoNum type="arabicPeriod"/>
            </a:pPr>
            <a:r>
              <a:rPr lang="en-US" dirty="0"/>
              <a:t>Results</a:t>
            </a:r>
          </a:p>
          <a:p>
            <a:pPr marL="342900" indent="-342900">
              <a:buAutoNum type="arabicPeriod"/>
            </a:pPr>
            <a:r>
              <a:rPr lang="en-US" dirty="0"/>
              <a:t>Discussion</a:t>
            </a:r>
          </a:p>
        </p:txBody>
      </p:sp>
    </p:spTree>
    <p:extLst>
      <p:ext uri="{BB962C8B-B14F-4D97-AF65-F5344CB8AC3E}">
        <p14:creationId xmlns:p14="http://schemas.microsoft.com/office/powerpoint/2010/main" val="756085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D0570-2CDB-C814-8EA9-2B23EC92D529}"/>
              </a:ext>
            </a:extLst>
          </p:cNvPr>
          <p:cNvSpPr>
            <a:spLocks noGrp="1"/>
          </p:cNvSpPr>
          <p:nvPr>
            <p:ph type="title"/>
          </p:nvPr>
        </p:nvSpPr>
        <p:spPr/>
        <p:txBody>
          <a:bodyPr/>
          <a:lstStyle/>
          <a:p>
            <a:r>
              <a:rPr lang="en-US" dirty="0"/>
              <a:t>background</a:t>
            </a:r>
          </a:p>
        </p:txBody>
      </p:sp>
      <p:sp>
        <p:nvSpPr>
          <p:cNvPr id="76" name="Content Placeholder 75">
            <a:extLst>
              <a:ext uri="{FF2B5EF4-FFF2-40B4-BE49-F238E27FC236}">
                <a16:creationId xmlns:a16="http://schemas.microsoft.com/office/drawing/2014/main" id="{6249F59B-D300-6A49-B290-9A94C581AE01}"/>
              </a:ext>
            </a:extLst>
          </p:cNvPr>
          <p:cNvSpPr>
            <a:spLocks noGrp="1"/>
          </p:cNvSpPr>
          <p:nvPr>
            <p:ph idx="1"/>
          </p:nvPr>
        </p:nvSpPr>
        <p:spPr/>
        <p:txBody>
          <a:bodyPr/>
          <a:lstStyle/>
          <a:p>
            <a:pPr marL="305435" indent="-305435">
              <a:buFont typeface="Calibri" panose="05020102010507070707" pitchFamily="18" charset="2"/>
              <a:buChar char="-"/>
            </a:pPr>
            <a:r>
              <a:rPr lang="en-US" sz="2000" dirty="0"/>
              <a:t>Due to the recent increases in housing prices over the last decade, we want to investigate housing prices in the UK based on various factors.</a:t>
            </a:r>
          </a:p>
          <a:p>
            <a:pPr marL="305435" indent="-305435">
              <a:buFont typeface="Calibri" panose="05020102010507070707" pitchFamily="18" charset="2"/>
              <a:buChar char="-"/>
            </a:pPr>
            <a:r>
              <a:rPr lang="en-US" sz="2000" dirty="0"/>
              <a:t>We narrowed the scope of our analysis to the UK wanting to investigate whether prices might differ based on country region</a:t>
            </a:r>
          </a:p>
          <a:p>
            <a:pPr marL="0" indent="0">
              <a:buNone/>
            </a:pPr>
            <a:endParaRPr lang="en-US" dirty="0"/>
          </a:p>
        </p:txBody>
      </p:sp>
    </p:spTree>
    <p:extLst>
      <p:ext uri="{BB962C8B-B14F-4D97-AF65-F5344CB8AC3E}">
        <p14:creationId xmlns:p14="http://schemas.microsoft.com/office/powerpoint/2010/main" val="995719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50E6-6862-2E33-2F17-60B3B13356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81F63E-B2B1-DBA9-9AE2-1FCD9F7724DC}"/>
              </a:ext>
            </a:extLst>
          </p:cNvPr>
          <p:cNvSpPr>
            <a:spLocks noGrp="1"/>
          </p:cNvSpPr>
          <p:nvPr>
            <p:ph type="title"/>
          </p:nvPr>
        </p:nvSpPr>
        <p:spPr/>
        <p:txBody>
          <a:bodyPr/>
          <a:lstStyle/>
          <a:p>
            <a:r>
              <a:rPr lang="en-US" dirty="0"/>
              <a:t>Research questions</a:t>
            </a:r>
          </a:p>
        </p:txBody>
      </p:sp>
      <p:sp>
        <p:nvSpPr>
          <p:cNvPr id="76" name="Content Placeholder 75">
            <a:extLst>
              <a:ext uri="{FF2B5EF4-FFF2-40B4-BE49-F238E27FC236}">
                <a16:creationId xmlns:a16="http://schemas.microsoft.com/office/drawing/2014/main" id="{6143B13C-3593-959A-F107-ABD884EEC0EB}"/>
              </a:ext>
            </a:extLst>
          </p:cNvPr>
          <p:cNvSpPr>
            <a:spLocks noGrp="1"/>
          </p:cNvSpPr>
          <p:nvPr>
            <p:ph idx="1"/>
          </p:nvPr>
        </p:nvSpPr>
        <p:spPr/>
        <p:txBody>
          <a:bodyPr>
            <a:normAutofit fontScale="85000" lnSpcReduction="10000"/>
          </a:bodyPr>
          <a:lstStyle/>
          <a:p>
            <a:pPr marL="0" indent="0">
              <a:buNone/>
            </a:pPr>
            <a:endParaRPr lang="en-US" sz="1900" dirty="0">
              <a:solidFill>
                <a:srgbClr val="000000"/>
              </a:solidFill>
            </a:endParaRPr>
          </a:p>
          <a:p>
            <a:pPr marL="0" indent="0">
              <a:buNone/>
            </a:pPr>
            <a:r>
              <a:rPr lang="en-US" sz="1900"/>
              <a:t>(Each question answered using a separate adjusted model)</a:t>
            </a:r>
            <a:endParaRPr lang="en-US"/>
          </a:p>
          <a:p>
            <a:pPr marL="0" indent="0">
              <a:buNone/>
            </a:pPr>
            <a:endParaRPr lang="en-US"/>
          </a:p>
          <a:p>
            <a:pPr marL="0" indent="0">
              <a:buNone/>
            </a:pPr>
            <a:r>
              <a:rPr lang="en-US" dirty="0"/>
              <a:t>Elliott: Does property characteristics given constructed year, number of rooms, and consumer's decision to buy, impact house price in the UK?</a:t>
            </a:r>
          </a:p>
          <a:p>
            <a:pPr marL="0" indent="0">
              <a:buNone/>
            </a:pPr>
            <a:r>
              <a:rPr lang="en-US" dirty="0"/>
              <a:t>Lyndsey: Do connectivity characteristics impact house price in the UK?</a:t>
            </a:r>
          </a:p>
          <a:p>
            <a:pPr marL="0" indent="0">
              <a:buNone/>
            </a:pPr>
            <a:r>
              <a:rPr lang="en-US" dirty="0"/>
              <a:t>Olivia: Do location characteristics (crime rate and legal cases) and region impact house prices in the UK?</a:t>
            </a:r>
          </a:p>
          <a:p>
            <a:pPr marL="0" indent="0">
              <a:buNone/>
            </a:pPr>
            <a:r>
              <a:rPr lang="en-US" dirty="0"/>
              <a:t>Rahmi: </a:t>
            </a:r>
            <a:r>
              <a:rPr lang="en-US" dirty="0">
                <a:latin typeface="Gill Sans MT"/>
                <a:cs typeface="Times New Roman"/>
              </a:rPr>
              <a:t>Do salary, monthly expenses, and EMI burden, significantly predict the price of houses in the United Kingdom (the UK)?</a:t>
            </a:r>
            <a:endParaRPr lang="en-US" dirty="0">
              <a:latin typeface="Gill Sans MT"/>
            </a:endParaRPr>
          </a:p>
          <a:p>
            <a:pPr marL="0" indent="0">
              <a:buNone/>
            </a:pPr>
            <a:endParaRPr lang="en-US" dirty="0">
              <a:highlight>
                <a:srgbClr val="FFFF00"/>
              </a:highlight>
            </a:endParaRPr>
          </a:p>
          <a:p>
            <a:pPr marL="0" indent="0">
              <a:buNone/>
            </a:pPr>
            <a:r>
              <a:rPr lang="en-US" dirty="0"/>
              <a:t>Overall Combined Model: How do city level differences shape the impact of satisfaction score, property size, and EMI to income ratio effect housing prices in the UK?</a:t>
            </a:r>
            <a:endParaRPr lang="en-US"/>
          </a:p>
          <a:p>
            <a:pPr marL="0" indent="0">
              <a:buNone/>
            </a:pPr>
            <a:endParaRPr lang="en-US" dirty="0"/>
          </a:p>
        </p:txBody>
      </p:sp>
    </p:spTree>
    <p:extLst>
      <p:ext uri="{BB962C8B-B14F-4D97-AF65-F5344CB8AC3E}">
        <p14:creationId xmlns:p14="http://schemas.microsoft.com/office/powerpoint/2010/main" val="1442742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E073E-867B-F408-9F2A-DE331652EDF9}"/>
              </a:ext>
            </a:extLst>
          </p:cNvPr>
          <p:cNvSpPr>
            <a:spLocks noGrp="1"/>
          </p:cNvSpPr>
          <p:nvPr>
            <p:ph type="title" idx="4294967295"/>
          </p:nvPr>
        </p:nvSpPr>
        <p:spPr>
          <a:xfrm>
            <a:off x="575094" y="409905"/>
            <a:ext cx="11029950" cy="668337"/>
          </a:xfrm>
        </p:spPr>
        <p:txBody>
          <a:bodyPr/>
          <a:lstStyle/>
          <a:p>
            <a:r>
              <a:rPr lang="en-US" dirty="0">
                <a:solidFill>
                  <a:schemeClr val="accent2"/>
                </a:solidFill>
              </a:rPr>
              <a:t>Data source</a:t>
            </a:r>
          </a:p>
        </p:txBody>
      </p:sp>
      <p:sp>
        <p:nvSpPr>
          <p:cNvPr id="6" name="TextBox 5">
            <a:extLst>
              <a:ext uri="{FF2B5EF4-FFF2-40B4-BE49-F238E27FC236}">
                <a16:creationId xmlns:a16="http://schemas.microsoft.com/office/drawing/2014/main" id="{17A41693-AE74-ADB1-EC66-8B76FB38EC13}"/>
              </a:ext>
            </a:extLst>
          </p:cNvPr>
          <p:cNvSpPr txBox="1"/>
          <p:nvPr/>
        </p:nvSpPr>
        <p:spPr>
          <a:xfrm>
            <a:off x="577944" y="1895373"/>
            <a:ext cx="11027664"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dirty="0">
                <a:solidFill>
                  <a:schemeClr val="accent2"/>
                </a:solidFill>
              </a:rPr>
              <a:t>Total Observations: 200,000 </a:t>
            </a:r>
          </a:p>
          <a:p>
            <a:pPr marL="742950" lvl="1" indent="-285750">
              <a:buFont typeface="Calibri"/>
              <a:buChar char="-"/>
            </a:pPr>
            <a:r>
              <a:rPr lang="en-US" dirty="0">
                <a:solidFill>
                  <a:schemeClr val="accent2"/>
                </a:solidFill>
              </a:rPr>
              <a:t>Subset 1: UK – 15413 observations</a:t>
            </a:r>
          </a:p>
          <a:p>
            <a:pPr marL="742950" lvl="1" indent="-285750">
              <a:buFont typeface="Calibri"/>
              <a:buChar char="-"/>
            </a:pPr>
            <a:r>
              <a:rPr lang="en-US" dirty="0">
                <a:solidFill>
                  <a:schemeClr val="accent2"/>
                </a:solidFill>
              </a:rPr>
              <a:t>Subset 2: first 500 UK observations</a:t>
            </a:r>
          </a:p>
          <a:p>
            <a:pPr marL="285750" indent="-285750">
              <a:buFont typeface="Calibri"/>
              <a:buChar char="-"/>
            </a:pPr>
            <a:r>
              <a:rPr lang="en-US" dirty="0">
                <a:solidFill>
                  <a:schemeClr val="accent2"/>
                </a:solidFill>
              </a:rPr>
              <a:t>Variables</a:t>
            </a:r>
          </a:p>
          <a:p>
            <a:pPr marL="742950" lvl="1" indent="-285750">
              <a:buFont typeface="Calibri"/>
              <a:buChar char="-"/>
            </a:pPr>
            <a:r>
              <a:rPr lang="en-US" dirty="0">
                <a:solidFill>
                  <a:schemeClr val="accent2"/>
                </a:solidFill>
              </a:rPr>
              <a:t>Price (Response): property price</a:t>
            </a:r>
          </a:p>
          <a:p>
            <a:pPr marL="742950" lvl="1" indent="-285750">
              <a:buFont typeface="Calibri"/>
              <a:buChar char="-"/>
            </a:pPr>
            <a:r>
              <a:rPr lang="en-US" dirty="0">
                <a:solidFill>
                  <a:schemeClr val="accent2"/>
                </a:solidFill>
              </a:rPr>
              <a:t>Property Size </a:t>
            </a:r>
            <a:r>
              <a:rPr lang="en-US" dirty="0" err="1">
                <a:solidFill>
                  <a:schemeClr val="accent2"/>
                </a:solidFill>
              </a:rPr>
              <a:t>Sqft</a:t>
            </a:r>
            <a:r>
              <a:rPr lang="en-US" dirty="0">
                <a:solidFill>
                  <a:schemeClr val="accent2"/>
                </a:solidFill>
              </a:rPr>
              <a:t>: property size in square feet</a:t>
            </a:r>
          </a:p>
          <a:p>
            <a:pPr marL="742950" lvl="1" indent="-285750">
              <a:buFont typeface="Calibri"/>
              <a:buChar char="-"/>
            </a:pPr>
            <a:r>
              <a:rPr lang="en-US" dirty="0">
                <a:solidFill>
                  <a:schemeClr val="accent2"/>
                </a:solidFill>
              </a:rPr>
              <a:t>Constructed Year: year house was built</a:t>
            </a:r>
          </a:p>
          <a:p>
            <a:pPr marL="742950" lvl="1" indent="-285750">
              <a:buFont typeface="Calibri"/>
              <a:buChar char="-"/>
            </a:pPr>
            <a:r>
              <a:rPr lang="en-US" dirty="0">
                <a:solidFill>
                  <a:schemeClr val="accent2"/>
                </a:solidFill>
              </a:rPr>
              <a:t>Crime Cases Reported: crime reports near property</a:t>
            </a:r>
          </a:p>
          <a:p>
            <a:pPr marL="742950" lvl="1" indent="-285750">
              <a:buFont typeface="Calibri"/>
              <a:buChar char="-"/>
            </a:pPr>
            <a:r>
              <a:rPr lang="en-US" dirty="0">
                <a:solidFill>
                  <a:schemeClr val="accent2"/>
                </a:solidFill>
              </a:rPr>
              <a:t>Legal Cases on Property: legal disputes (0 = No, 1 = Yes)</a:t>
            </a:r>
          </a:p>
          <a:p>
            <a:pPr marL="742950" lvl="1" indent="-285750">
              <a:buFont typeface="Calibri"/>
              <a:buChar char="-"/>
            </a:pPr>
            <a:r>
              <a:rPr lang="en-US" dirty="0">
                <a:solidFill>
                  <a:schemeClr val="accent2"/>
                </a:solidFill>
              </a:rPr>
              <a:t>Customer Salary: buyer's monthly salary</a:t>
            </a:r>
          </a:p>
          <a:p>
            <a:pPr marL="742950" lvl="1" indent="-285750">
              <a:buFont typeface="Calibri"/>
              <a:buChar char="-"/>
            </a:pPr>
            <a:r>
              <a:rPr lang="en-US" dirty="0">
                <a:solidFill>
                  <a:schemeClr val="accent2"/>
                </a:solidFill>
              </a:rPr>
              <a:t>EMI to Income Ratio: Ratio of EMI/salary</a:t>
            </a:r>
          </a:p>
          <a:p>
            <a:pPr marL="742950" lvl="1" indent="-285750">
              <a:buFont typeface="Calibri"/>
              <a:buChar char="-"/>
            </a:pPr>
            <a:r>
              <a:rPr lang="en-US" dirty="0">
                <a:solidFill>
                  <a:schemeClr val="accent2"/>
                </a:solidFill>
              </a:rPr>
              <a:t>Satisfaction Score: customer's rating (1-10)</a:t>
            </a:r>
          </a:p>
          <a:p>
            <a:pPr marL="742950" lvl="1" indent="-285750">
              <a:buFont typeface="Calibri"/>
              <a:buChar char="-"/>
            </a:pPr>
            <a:r>
              <a:rPr lang="en-US" dirty="0">
                <a:solidFill>
                  <a:schemeClr val="accent2"/>
                </a:solidFill>
              </a:rPr>
              <a:t>Connectivity Score: connectivity rating (1-10)</a:t>
            </a:r>
          </a:p>
          <a:p>
            <a:pPr marL="742950" lvl="1" indent="-285750">
              <a:buFont typeface="Calibri"/>
              <a:buChar char="-"/>
            </a:pPr>
            <a:r>
              <a:rPr lang="en-US" dirty="0">
                <a:solidFill>
                  <a:schemeClr val="accent2"/>
                </a:solidFill>
              </a:rPr>
              <a:t>Decision (interaction): target (0 = Not buy, 1 = Buy)</a:t>
            </a:r>
          </a:p>
          <a:p>
            <a:pPr marL="742950" lvl="1" indent="-285750">
              <a:buFont typeface="Calibri,Sans-Serif"/>
              <a:buChar char="-"/>
            </a:pPr>
            <a:r>
              <a:rPr lang="en-US" dirty="0">
                <a:solidFill>
                  <a:schemeClr val="accent2"/>
                </a:solidFill>
              </a:rPr>
              <a:t>City (Interaction): city of property (Birmingham, Liverpool, London, Manchester)</a:t>
            </a:r>
          </a:p>
          <a:p>
            <a:pPr marL="742950" lvl="1" indent="-285750">
              <a:buFont typeface="Calibri,Sans-Serif"/>
              <a:buChar char="-"/>
            </a:pPr>
            <a:r>
              <a:rPr lang="en-US" dirty="0">
                <a:solidFill>
                  <a:schemeClr val="accent2"/>
                </a:solidFill>
              </a:rPr>
              <a:t>Neighborhood Rating (interaction): neighborhood rating (1-10)</a:t>
            </a:r>
          </a:p>
          <a:p>
            <a:pPr marL="742950" lvl="1" indent="-285750">
              <a:buFont typeface="Calibri"/>
              <a:buChar char="-"/>
            </a:pPr>
            <a:endParaRPr lang="en-US" dirty="0">
              <a:solidFill>
                <a:schemeClr val="accent2"/>
              </a:solidFill>
            </a:endParaRPr>
          </a:p>
          <a:p>
            <a:pPr marL="742950" lvl="1" indent="-285750">
              <a:buFont typeface="Calibri"/>
              <a:buChar char="-"/>
            </a:pPr>
            <a:endParaRPr lang="en-US" dirty="0">
              <a:solidFill>
                <a:schemeClr val="accent2"/>
              </a:solidFill>
            </a:endParaRPr>
          </a:p>
          <a:p>
            <a:pPr marL="742950" lvl="1" indent="-285750">
              <a:buFont typeface="Calibri"/>
              <a:buChar char="-"/>
            </a:pPr>
            <a:endParaRPr lang="en-US" dirty="0">
              <a:solidFill>
                <a:schemeClr val="accent2"/>
              </a:solidFill>
            </a:endParaRPr>
          </a:p>
        </p:txBody>
      </p:sp>
      <p:sp>
        <p:nvSpPr>
          <p:cNvPr id="9" name="TextBox 8">
            <a:extLst>
              <a:ext uri="{FF2B5EF4-FFF2-40B4-BE49-F238E27FC236}">
                <a16:creationId xmlns:a16="http://schemas.microsoft.com/office/drawing/2014/main" id="{A17B762F-1561-9C17-50DD-9D9D9B8DAD76}"/>
              </a:ext>
            </a:extLst>
          </p:cNvPr>
          <p:cNvSpPr txBox="1"/>
          <p:nvPr/>
        </p:nvSpPr>
        <p:spPr>
          <a:xfrm>
            <a:off x="574842" y="1017891"/>
            <a:ext cx="8676105"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903163"/>
                </a:solidFill>
              </a:rPr>
              <a:t>Global House Purchase Decision Dataset from Kaggle</a:t>
            </a:r>
          </a:p>
          <a:p>
            <a:pPr algn="ctr"/>
            <a:endParaRPr lang="en-US"/>
          </a:p>
        </p:txBody>
      </p:sp>
      <p:sp>
        <p:nvSpPr>
          <p:cNvPr id="5" name="Title 1">
            <a:extLst>
              <a:ext uri="{FF2B5EF4-FFF2-40B4-BE49-F238E27FC236}">
                <a16:creationId xmlns:a16="http://schemas.microsoft.com/office/drawing/2014/main" id="{A8B47EF5-55F6-9B31-81CF-3F2EF65D93EF}"/>
              </a:ext>
            </a:extLst>
          </p:cNvPr>
          <p:cNvSpPr txBox="1">
            <a:spLocks/>
          </p:cNvSpPr>
          <p:nvPr/>
        </p:nvSpPr>
        <p:spPr>
          <a:xfrm>
            <a:off x="583720" y="1266796"/>
            <a:ext cx="11029950" cy="668337"/>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200" dirty="0">
                <a:solidFill>
                  <a:schemeClr val="accent2"/>
                </a:solidFill>
              </a:rPr>
              <a:t>Dataset characteristics</a:t>
            </a:r>
          </a:p>
        </p:txBody>
      </p:sp>
      <p:pic>
        <p:nvPicPr>
          <p:cNvPr id="10" name="Picture 9" descr="A screenshot of a graph&#10;&#10;AI-generated content may be incorrect.">
            <a:extLst>
              <a:ext uri="{FF2B5EF4-FFF2-40B4-BE49-F238E27FC236}">
                <a16:creationId xmlns:a16="http://schemas.microsoft.com/office/drawing/2014/main" id="{AC0A42F2-821E-114F-266F-5747A998CE08}"/>
              </a:ext>
            </a:extLst>
          </p:cNvPr>
          <p:cNvPicPr>
            <a:picLocks noChangeAspect="1"/>
          </p:cNvPicPr>
          <p:nvPr/>
        </p:nvPicPr>
        <p:blipFill>
          <a:blip r:embed="rId3"/>
          <a:stretch>
            <a:fillRect/>
          </a:stretch>
        </p:blipFill>
        <p:spPr>
          <a:xfrm>
            <a:off x="6369169" y="1261644"/>
            <a:ext cx="5334001" cy="2537543"/>
          </a:xfrm>
          <a:prstGeom prst="rect">
            <a:avLst/>
          </a:prstGeom>
        </p:spPr>
      </p:pic>
    </p:spTree>
    <p:extLst>
      <p:ext uri="{BB962C8B-B14F-4D97-AF65-F5344CB8AC3E}">
        <p14:creationId xmlns:p14="http://schemas.microsoft.com/office/powerpoint/2010/main" val="2482763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A11A6-13AB-BD60-46F1-70D110769B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003C2A-13A3-0E33-F50D-998ECA656EF3}"/>
              </a:ext>
            </a:extLst>
          </p:cNvPr>
          <p:cNvSpPr>
            <a:spLocks noGrp="1"/>
          </p:cNvSpPr>
          <p:nvPr>
            <p:ph type="title"/>
          </p:nvPr>
        </p:nvSpPr>
        <p:spPr/>
        <p:txBody>
          <a:bodyPr/>
          <a:lstStyle/>
          <a:p>
            <a:r>
              <a:rPr lang="en-US" dirty="0"/>
              <a:t>Hypothesis and Variables</a:t>
            </a:r>
          </a:p>
        </p:txBody>
      </p:sp>
      <p:sp>
        <p:nvSpPr>
          <p:cNvPr id="76" name="Content Placeholder 75">
            <a:extLst>
              <a:ext uri="{FF2B5EF4-FFF2-40B4-BE49-F238E27FC236}">
                <a16:creationId xmlns:a16="http://schemas.microsoft.com/office/drawing/2014/main" id="{C77A475B-B347-CB1A-BBA7-F1C4708DB043}"/>
              </a:ext>
            </a:extLst>
          </p:cNvPr>
          <p:cNvSpPr>
            <a:spLocks noGrp="1"/>
          </p:cNvSpPr>
          <p:nvPr>
            <p:ph idx="1"/>
          </p:nvPr>
        </p:nvSpPr>
        <p:spPr>
          <a:xfrm>
            <a:off x="581192" y="1913796"/>
            <a:ext cx="11029615" cy="4745103"/>
          </a:xfrm>
        </p:spPr>
        <p:txBody>
          <a:bodyPr>
            <a:normAutofit lnSpcReduction="10000"/>
          </a:bodyPr>
          <a:lstStyle/>
          <a:p>
            <a:pPr marL="305435" indent="-305435">
              <a:buNone/>
            </a:pPr>
            <a:r>
              <a:rPr lang="en-US" dirty="0">
                <a:ea typeface="+mn-lt"/>
                <a:cs typeface="+mn-lt"/>
              </a:rPr>
              <a:t>Elliott Shi: </a:t>
            </a:r>
          </a:p>
          <a:p>
            <a:pPr marL="305435" indent="-305435">
              <a:buNone/>
            </a:pPr>
            <a:r>
              <a:rPr lang="en-US" b="1" dirty="0">
                <a:ea typeface="+mn-lt"/>
                <a:cs typeface="+mn-lt"/>
              </a:rPr>
              <a:t>H0</a:t>
            </a:r>
            <a:r>
              <a:rPr lang="en-US" dirty="0">
                <a:ea typeface="+mn-lt"/>
                <a:cs typeface="+mn-lt"/>
              </a:rPr>
              <a:t>: 𝛽𝑠𝑖𝑧𝑒=𝛽𝑠𝑖𝑧𝑒,decision=0, </a:t>
            </a:r>
            <a:r>
              <a:rPr lang="en-US" b="1" dirty="0">
                <a:ea typeface="+mn-lt"/>
                <a:cs typeface="+mn-lt"/>
              </a:rPr>
              <a:t>HA</a:t>
            </a:r>
            <a:r>
              <a:rPr lang="en-US" dirty="0">
                <a:ea typeface="+mn-lt"/>
                <a:cs typeface="+mn-lt"/>
              </a:rPr>
              <a:t>:  At least one 𝛽 is nonzero.</a:t>
            </a:r>
            <a:endParaRPr lang="en-US" dirty="0"/>
          </a:p>
          <a:p>
            <a:pPr marL="305435" indent="-305435">
              <a:buNone/>
            </a:pPr>
            <a:r>
              <a:rPr lang="en-US" dirty="0">
                <a:ea typeface="+mn-lt"/>
                <a:cs typeface="+mn-lt"/>
              </a:rPr>
              <a:t>Variables: </a:t>
            </a:r>
            <a:r>
              <a:rPr lang="en-US" dirty="0" err="1">
                <a:ea typeface="+mn-lt"/>
                <a:cs typeface="+mn-lt"/>
              </a:rPr>
              <a:t>property_size_sqft</a:t>
            </a:r>
            <a:r>
              <a:rPr lang="en-US" dirty="0">
                <a:ea typeface="+mn-lt"/>
                <a:cs typeface="+mn-lt"/>
              </a:rPr>
              <a:t>, </a:t>
            </a:r>
            <a:r>
              <a:rPr lang="en-US" dirty="0" err="1">
                <a:ea typeface="+mn-lt"/>
                <a:cs typeface="+mn-lt"/>
              </a:rPr>
              <a:t>constructed_year</a:t>
            </a:r>
            <a:r>
              <a:rPr lang="en-US" dirty="0">
                <a:ea typeface="+mn-lt"/>
                <a:cs typeface="+mn-lt"/>
              </a:rPr>
              <a:t>, rooms, decision </a:t>
            </a:r>
          </a:p>
          <a:p>
            <a:pPr marL="0" indent="0">
              <a:buNone/>
            </a:pPr>
            <a:r>
              <a:rPr lang="en-US" dirty="0">
                <a:ea typeface="+mn-lt"/>
                <a:cs typeface="+mn-lt"/>
              </a:rPr>
              <a:t>Lyndsey Harris: </a:t>
            </a:r>
          </a:p>
          <a:p>
            <a:pPr marL="0" indent="0">
              <a:buNone/>
            </a:pPr>
            <a:r>
              <a:rPr lang="en-US" b="1" dirty="0">
                <a:ea typeface="+mn-lt"/>
                <a:cs typeface="+mn-lt"/>
              </a:rPr>
              <a:t>H0:</a:t>
            </a:r>
            <a:r>
              <a:rPr lang="en-US" dirty="0">
                <a:ea typeface="+mn-lt"/>
                <a:cs typeface="+mn-lt"/>
              </a:rPr>
              <a:t> βconnectivity = 0, </a:t>
            </a:r>
            <a:r>
              <a:rPr lang="en-US" b="1" dirty="0">
                <a:ea typeface="+mn-lt"/>
                <a:cs typeface="+mn-lt"/>
              </a:rPr>
              <a:t>HA</a:t>
            </a:r>
            <a:r>
              <a:rPr lang="en-US" dirty="0">
                <a:ea typeface="+mn-lt"/>
                <a:cs typeface="+mn-lt"/>
              </a:rPr>
              <a:t>: βconnectivity ≠ 0 </a:t>
            </a:r>
            <a:endParaRPr lang="en-US" dirty="0"/>
          </a:p>
          <a:p>
            <a:pPr marL="0" indent="0">
              <a:buNone/>
            </a:pPr>
            <a:r>
              <a:rPr lang="en-US" dirty="0"/>
              <a:t>Olivia Harper: </a:t>
            </a:r>
            <a:endParaRPr lang="en-US">
              <a:solidFill>
                <a:srgbClr val="000000"/>
              </a:solidFill>
            </a:endParaRPr>
          </a:p>
          <a:p>
            <a:pPr marL="0" indent="0">
              <a:buNone/>
            </a:pPr>
            <a:r>
              <a:rPr lang="en-US" b="1" dirty="0"/>
              <a:t>H0</a:t>
            </a:r>
            <a:r>
              <a:rPr lang="en-US" dirty="0"/>
              <a:t>: β</a:t>
            </a:r>
            <a:r>
              <a:rPr lang="en-US" dirty="0" err="1"/>
              <a:t>crime_report</a:t>
            </a:r>
            <a:r>
              <a:rPr lang="en-US" dirty="0"/>
              <a:t>, city = β</a:t>
            </a:r>
            <a:r>
              <a:rPr lang="en-US" dirty="0" err="1"/>
              <a:t>legal_cases</a:t>
            </a:r>
            <a:r>
              <a:rPr lang="en-US" dirty="0"/>
              <a:t>, city = 0, </a:t>
            </a:r>
            <a:r>
              <a:rPr lang="en-US" b="1" dirty="0"/>
              <a:t>HA</a:t>
            </a:r>
            <a:r>
              <a:rPr lang="en-US" dirty="0"/>
              <a:t>: At least one β are nonzero</a:t>
            </a:r>
            <a:endParaRPr lang="en-US" dirty="0">
              <a:solidFill>
                <a:srgbClr val="000000"/>
              </a:solidFill>
            </a:endParaRPr>
          </a:p>
          <a:p>
            <a:pPr marL="0" indent="0">
              <a:buNone/>
            </a:pPr>
            <a:r>
              <a:rPr lang="en-US" dirty="0"/>
              <a:t>Rahmi Azzahra: </a:t>
            </a:r>
          </a:p>
          <a:p>
            <a:pPr marL="0" indent="0">
              <a:buNone/>
            </a:pPr>
            <a:r>
              <a:rPr lang="en-US" b="1" dirty="0"/>
              <a:t>H0</a:t>
            </a:r>
            <a:r>
              <a:rPr lang="en-US" dirty="0"/>
              <a:t>: </a:t>
            </a:r>
            <a:r>
              <a:rPr lang="en-US" dirty="0">
                <a:latin typeface="Times New Roman"/>
                <a:cs typeface="Times New Roman"/>
              </a:rPr>
              <a:t>H</a:t>
            </a:r>
            <a:r>
              <a:rPr lang="en-US" baseline="-25000" dirty="0">
                <a:latin typeface="Times New Roman"/>
                <a:cs typeface="Times New Roman"/>
              </a:rPr>
              <a:t>0</a:t>
            </a:r>
            <a:r>
              <a:rPr lang="en-US" dirty="0">
                <a:latin typeface="Times New Roman"/>
                <a:cs typeface="Times New Roman"/>
              </a:rPr>
              <a:t>: β</a:t>
            </a:r>
            <a:r>
              <a:rPr lang="en-US" baseline="-25000" dirty="0">
                <a:latin typeface="Times New Roman"/>
                <a:cs typeface="Times New Roman"/>
              </a:rPr>
              <a:t>salary</a:t>
            </a:r>
            <a:r>
              <a:rPr lang="en-US" dirty="0">
                <a:latin typeface="Times New Roman"/>
                <a:cs typeface="Times New Roman"/>
              </a:rPr>
              <a:t>= β</a:t>
            </a:r>
            <a:r>
              <a:rPr lang="en-US" baseline="-25000" dirty="0" err="1">
                <a:latin typeface="Times New Roman"/>
                <a:cs typeface="Times New Roman"/>
              </a:rPr>
              <a:t>monthly_expenses</a:t>
            </a:r>
            <a:r>
              <a:rPr lang="en-US" dirty="0">
                <a:latin typeface="Times New Roman"/>
                <a:cs typeface="Times New Roman"/>
              </a:rPr>
              <a:t> = β</a:t>
            </a:r>
            <a:r>
              <a:rPr lang="en-US" baseline="-25000" dirty="0" err="1">
                <a:latin typeface="Times New Roman"/>
                <a:cs typeface="Times New Roman"/>
              </a:rPr>
              <a:t>emi_burden</a:t>
            </a:r>
            <a:r>
              <a:rPr lang="en-US" dirty="0">
                <a:latin typeface="Times New Roman"/>
                <a:cs typeface="Times New Roman"/>
              </a:rPr>
              <a:t> =0. </a:t>
            </a:r>
            <a:r>
              <a:rPr lang="en-US" b="1" dirty="0">
                <a:latin typeface="Times New Roman"/>
                <a:cs typeface="Times New Roman"/>
              </a:rPr>
              <a:t>HA</a:t>
            </a:r>
            <a:r>
              <a:rPr lang="en-US" dirty="0">
                <a:latin typeface="Times New Roman"/>
                <a:cs typeface="Times New Roman"/>
              </a:rPr>
              <a:t>: H</a:t>
            </a:r>
            <a:r>
              <a:rPr lang="en-US" baseline="-25000" dirty="0">
                <a:latin typeface="Times New Roman"/>
                <a:cs typeface="Times New Roman"/>
              </a:rPr>
              <a:t>a:  </a:t>
            </a:r>
            <a:r>
              <a:rPr lang="en-US" dirty="0">
                <a:latin typeface="Times New Roman"/>
                <a:cs typeface="Times New Roman"/>
              </a:rPr>
              <a:t>at least one β ≠ 0.</a:t>
            </a:r>
          </a:p>
          <a:p>
            <a:pPr marL="0" indent="0">
              <a:buNone/>
            </a:pPr>
            <a:r>
              <a:rPr lang="en-US" dirty="0"/>
              <a:t>Overall Combined Model: </a:t>
            </a:r>
            <a:endParaRPr lang="en-US" dirty="0">
              <a:solidFill>
                <a:srgbClr val="000000"/>
              </a:solidFill>
            </a:endParaRPr>
          </a:p>
          <a:p>
            <a:pPr marL="0" indent="0">
              <a:buNone/>
            </a:pPr>
            <a:r>
              <a:rPr lang="en-US" b="1" dirty="0"/>
              <a:t>H0: </a:t>
            </a:r>
            <a:r>
              <a:rPr lang="en-US" dirty="0"/>
              <a:t>𝛽</a:t>
            </a:r>
            <a:r>
              <a:rPr lang="en-US" dirty="0" err="1"/>
              <a:t>size,city</a:t>
            </a:r>
            <a:r>
              <a:rPr lang="en-US" dirty="0"/>
              <a:t>=𝛽</a:t>
            </a:r>
            <a:r>
              <a:rPr lang="en-US" dirty="0" err="1"/>
              <a:t>satisfaction,city</a:t>
            </a:r>
            <a:r>
              <a:rPr lang="en-US" dirty="0"/>
              <a:t>=𝛽</a:t>
            </a:r>
            <a:r>
              <a:rPr lang="en-US" dirty="0" err="1"/>
              <a:t>emi_to_income,city</a:t>
            </a:r>
            <a:r>
              <a:rPr lang="en-US" dirty="0"/>
              <a:t>=0, </a:t>
            </a:r>
            <a:r>
              <a:rPr lang="en-US" b="1" dirty="0"/>
              <a:t>HA</a:t>
            </a:r>
            <a:r>
              <a:rPr lang="en-US" dirty="0"/>
              <a:t>: At least one of these interaction coefficients are nonzero.</a:t>
            </a:r>
            <a:endParaRPr lang="en-US">
              <a:solidFill>
                <a:srgbClr val="000000"/>
              </a:solidFill>
            </a:endParaRPr>
          </a:p>
          <a:p>
            <a:pPr marL="0" indent="0">
              <a:buNone/>
            </a:pPr>
            <a:endParaRPr lang="en-US" dirty="0"/>
          </a:p>
        </p:txBody>
      </p:sp>
    </p:spTree>
    <p:extLst>
      <p:ext uri="{BB962C8B-B14F-4D97-AF65-F5344CB8AC3E}">
        <p14:creationId xmlns:p14="http://schemas.microsoft.com/office/powerpoint/2010/main" val="2350905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1A5E2-14C1-EA1F-9036-63C8662E41B5}"/>
              </a:ext>
            </a:extLst>
          </p:cNvPr>
          <p:cNvSpPr>
            <a:spLocks noGrp="1"/>
          </p:cNvSpPr>
          <p:nvPr>
            <p:ph type="title"/>
          </p:nvPr>
        </p:nvSpPr>
        <p:spPr/>
        <p:txBody>
          <a:bodyPr/>
          <a:lstStyle/>
          <a:p>
            <a:r>
              <a:rPr lang="en-US" dirty="0"/>
              <a:t>Methodology</a:t>
            </a:r>
            <a:endParaRPr lang="en-US"/>
          </a:p>
        </p:txBody>
      </p:sp>
      <p:sp>
        <p:nvSpPr>
          <p:cNvPr id="3" name="Content Placeholder 2">
            <a:extLst>
              <a:ext uri="{FF2B5EF4-FFF2-40B4-BE49-F238E27FC236}">
                <a16:creationId xmlns:a16="http://schemas.microsoft.com/office/drawing/2014/main" id="{6C86BCCB-0CD7-02AD-9EA5-B9C2B71EA805}"/>
              </a:ext>
            </a:extLst>
          </p:cNvPr>
          <p:cNvSpPr>
            <a:spLocks noGrp="1"/>
          </p:cNvSpPr>
          <p:nvPr>
            <p:ph idx="1"/>
          </p:nvPr>
        </p:nvSpPr>
        <p:spPr>
          <a:xfrm>
            <a:off x="581192" y="2409096"/>
            <a:ext cx="11029615" cy="3678303"/>
          </a:xfrm>
        </p:spPr>
        <p:txBody>
          <a:bodyPr>
            <a:normAutofit fontScale="77500" lnSpcReduction="20000"/>
          </a:bodyPr>
          <a:lstStyle/>
          <a:p>
            <a:pPr marL="0" indent="0">
              <a:buNone/>
            </a:pPr>
            <a:r>
              <a:rPr lang="en-US"/>
              <a:t>For each of our models and the final model:</a:t>
            </a:r>
          </a:p>
          <a:p>
            <a:pPr marL="285750" indent="-285750"/>
            <a:r>
              <a:rPr lang="en-US"/>
              <a:t>Ran exploratory data analysis</a:t>
            </a:r>
            <a:endParaRPr lang="en-US" dirty="0"/>
          </a:p>
          <a:p>
            <a:pPr marL="285750" indent="-285750"/>
            <a:r>
              <a:rPr lang="en-US"/>
              <a:t>Built initial regression models </a:t>
            </a:r>
            <a:endParaRPr lang="en-US" dirty="0">
              <a:ea typeface="+mn-lt"/>
              <a:cs typeface="+mn-lt"/>
            </a:endParaRPr>
          </a:p>
          <a:p>
            <a:pPr marL="610235" lvl="1" indent="-285750"/>
            <a:r>
              <a:rPr lang="en-US">
                <a:ea typeface="+mn-lt"/>
                <a:cs typeface="+mn-lt"/>
              </a:rPr>
              <a:t>Quantifies key features</a:t>
            </a:r>
            <a:endParaRPr lang="en-US" dirty="0">
              <a:ea typeface="+mn-lt"/>
              <a:cs typeface="+mn-lt"/>
            </a:endParaRPr>
          </a:p>
          <a:p>
            <a:pPr marL="610235" lvl="1" indent="-285750"/>
            <a:r>
              <a:rPr lang="en-US">
                <a:ea typeface="+mn-lt"/>
                <a:cs typeface="+mn-lt"/>
              </a:rPr>
              <a:t>Interpretable insights</a:t>
            </a:r>
            <a:endParaRPr lang="en-US" dirty="0">
              <a:ea typeface="+mn-lt"/>
              <a:cs typeface="+mn-lt"/>
            </a:endParaRPr>
          </a:p>
          <a:p>
            <a:pPr marL="610235" lvl="1" indent="-285750"/>
            <a:r>
              <a:rPr lang="en-US">
                <a:ea typeface="+mn-lt"/>
                <a:cs typeface="+mn-lt"/>
              </a:rPr>
              <a:t>Assist </a:t>
            </a:r>
            <a:r>
              <a:rPr lang="en-US" dirty="0">
                <a:ea typeface="+mn-lt"/>
                <a:cs typeface="+mn-lt"/>
              </a:rPr>
              <a:t>investors </a:t>
            </a:r>
            <a:r>
              <a:rPr lang="en-US">
                <a:ea typeface="+mn-lt"/>
                <a:cs typeface="+mn-lt"/>
              </a:rPr>
              <a:t>to estimate market </a:t>
            </a:r>
            <a:r>
              <a:rPr lang="en-US" dirty="0">
                <a:ea typeface="+mn-lt"/>
                <a:cs typeface="+mn-lt"/>
              </a:rPr>
              <a:t>worth</a:t>
            </a:r>
          </a:p>
          <a:p>
            <a:pPr marL="285750" indent="-285750"/>
            <a:r>
              <a:rPr lang="en-US"/>
              <a:t>Ran diagnostic checks</a:t>
            </a:r>
            <a:endParaRPr lang="en-US" dirty="0"/>
          </a:p>
          <a:p>
            <a:pPr marL="610235" lvl="1" indent="-285750"/>
            <a:r>
              <a:rPr lang="en-US"/>
              <a:t>Non-linearity</a:t>
            </a:r>
            <a:endParaRPr lang="en-US" dirty="0"/>
          </a:p>
          <a:p>
            <a:pPr marL="610235" lvl="1" indent="-285750"/>
            <a:r>
              <a:rPr lang="en-US"/>
              <a:t>Multicollinearity</a:t>
            </a:r>
            <a:endParaRPr lang="en-US" dirty="0"/>
          </a:p>
          <a:p>
            <a:pPr marL="610235" lvl="1" indent="-285750"/>
            <a:r>
              <a:rPr lang="en-US"/>
              <a:t>Non-normal errors</a:t>
            </a:r>
            <a:endParaRPr lang="en-US" dirty="0"/>
          </a:p>
          <a:p>
            <a:pPr marL="610235" lvl="1" indent="-285750"/>
            <a:r>
              <a:rPr lang="en-US"/>
              <a:t>Heteroskedasticity</a:t>
            </a:r>
            <a:endParaRPr lang="en-US" dirty="0"/>
          </a:p>
          <a:p>
            <a:pPr marL="610235" lvl="1" indent="-285750"/>
            <a:r>
              <a:rPr lang="en-US"/>
              <a:t>Outliers and Influential Points</a:t>
            </a:r>
            <a:endParaRPr lang="en-US" dirty="0"/>
          </a:p>
          <a:p>
            <a:pPr marL="285750" indent="-285750"/>
            <a:r>
              <a:rPr lang="en-US"/>
              <a:t>Used remedial techniques</a:t>
            </a:r>
            <a:r>
              <a:rPr lang="en-US" dirty="0"/>
              <a:t> </a:t>
            </a:r>
            <a:r>
              <a:rPr lang="en-US"/>
              <a:t>based on diagnostic</a:t>
            </a:r>
            <a:r>
              <a:rPr lang="en-US" dirty="0"/>
              <a:t> tests</a:t>
            </a:r>
          </a:p>
          <a:p>
            <a:pPr marL="285750" indent="-285750"/>
            <a:endParaRPr lang="en-US" dirty="0"/>
          </a:p>
          <a:p>
            <a:pPr marL="610235" lvl="1" indent="-285750"/>
            <a:endParaRPr lang="en-US" dirty="0"/>
          </a:p>
          <a:p>
            <a:pPr marL="285750" indent="-285750"/>
            <a:endParaRPr lang="en-US" dirty="0"/>
          </a:p>
        </p:txBody>
      </p:sp>
      <p:pic>
        <p:nvPicPr>
          <p:cNvPr id="4" name="Picture 3" descr="A sign with text on it&#10;&#10;AI-generated content may be incorrect.">
            <a:extLst>
              <a:ext uri="{FF2B5EF4-FFF2-40B4-BE49-F238E27FC236}">
                <a16:creationId xmlns:a16="http://schemas.microsoft.com/office/drawing/2014/main" id="{B5C30971-C90B-58E7-1BFB-541A6FD8A760}"/>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6772275" y="2413635"/>
            <a:ext cx="4838700" cy="3221355"/>
          </a:xfrm>
          <a:prstGeom prst="rect">
            <a:avLst/>
          </a:prstGeom>
        </p:spPr>
      </p:pic>
      <p:sp>
        <p:nvSpPr>
          <p:cNvPr id="5" name="TextBox 4">
            <a:extLst>
              <a:ext uri="{FF2B5EF4-FFF2-40B4-BE49-F238E27FC236}">
                <a16:creationId xmlns:a16="http://schemas.microsoft.com/office/drawing/2014/main" id="{2B85F112-82FF-7B65-A11A-51A74B1DFCE2}"/>
              </a:ext>
            </a:extLst>
          </p:cNvPr>
          <p:cNvSpPr txBox="1"/>
          <p:nvPr/>
        </p:nvSpPr>
        <p:spPr>
          <a:xfrm>
            <a:off x="6896100" y="6311900"/>
            <a:ext cx="4838700" cy="146050"/>
          </a:xfrm>
          <a:prstGeom prst="rect">
            <a:avLst/>
          </a:prstGeom>
        </p:spPr>
        <p:txBody>
          <a:bodyPr>
            <a:normAutofit fontScale="25000" lnSpcReduction="20000"/>
          </a:bodyPr>
          <a:lstStyle/>
          <a:p>
            <a:r>
              <a:rPr lang="en-US"/>
              <a:t>ThePhoto by PhotoAuthor is licensed under CCYYSA.</a:t>
            </a:r>
          </a:p>
        </p:txBody>
      </p:sp>
    </p:spTree>
    <p:extLst>
      <p:ext uri="{BB962C8B-B14F-4D97-AF65-F5344CB8AC3E}">
        <p14:creationId xmlns:p14="http://schemas.microsoft.com/office/powerpoint/2010/main" val="3536032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6836A-CCC5-5CC5-F5CD-A06A43CA60F8}"/>
              </a:ext>
            </a:extLst>
          </p:cNvPr>
          <p:cNvSpPr>
            <a:spLocks noGrp="1"/>
          </p:cNvSpPr>
          <p:nvPr>
            <p:ph type="title"/>
          </p:nvPr>
        </p:nvSpPr>
        <p:spPr/>
        <p:txBody>
          <a:bodyPr/>
          <a:lstStyle/>
          <a:p>
            <a:r>
              <a:rPr lang="en-US" dirty="0"/>
              <a:t>Methodology – </a:t>
            </a:r>
            <a:r>
              <a:rPr lang="en-US" dirty="0" err="1"/>
              <a:t>elliott</a:t>
            </a:r>
            <a:r>
              <a:rPr lang="en-US" dirty="0"/>
              <a:t> Shi</a:t>
            </a:r>
          </a:p>
        </p:txBody>
      </p:sp>
      <p:pic>
        <p:nvPicPr>
          <p:cNvPr id="4" name="Content Placeholder 3" descr="A graph of residuals and fitted values&#10;&#10;AI-generated content may be incorrect.">
            <a:extLst>
              <a:ext uri="{FF2B5EF4-FFF2-40B4-BE49-F238E27FC236}">
                <a16:creationId xmlns:a16="http://schemas.microsoft.com/office/drawing/2014/main" id="{9F2674CD-1B3C-FB11-10DF-DC8A00248EFE}"/>
              </a:ext>
            </a:extLst>
          </p:cNvPr>
          <p:cNvPicPr>
            <a:picLocks noGrp="1" noChangeAspect="1"/>
          </p:cNvPicPr>
          <p:nvPr>
            <p:ph idx="1"/>
          </p:nvPr>
        </p:nvPicPr>
        <p:blipFill>
          <a:blip r:embed="rId2"/>
          <a:stretch>
            <a:fillRect/>
          </a:stretch>
        </p:blipFill>
        <p:spPr>
          <a:xfrm>
            <a:off x="7958489" y="1818546"/>
            <a:ext cx="4085521" cy="2516253"/>
          </a:xfrm>
          <a:prstGeom prst="rect">
            <a:avLst/>
          </a:prstGeom>
        </p:spPr>
      </p:pic>
      <p:pic>
        <p:nvPicPr>
          <p:cNvPr id="5" name="Picture 4">
            <a:extLst>
              <a:ext uri="{FF2B5EF4-FFF2-40B4-BE49-F238E27FC236}">
                <a16:creationId xmlns:a16="http://schemas.microsoft.com/office/drawing/2014/main" id="{09B0CA34-08DA-48FD-4F44-E54630DC3C16}"/>
              </a:ext>
            </a:extLst>
          </p:cNvPr>
          <p:cNvPicPr>
            <a:picLocks noChangeAspect="1"/>
          </p:cNvPicPr>
          <p:nvPr/>
        </p:nvPicPr>
        <p:blipFill>
          <a:blip r:embed="rId3"/>
          <a:stretch>
            <a:fillRect/>
          </a:stretch>
        </p:blipFill>
        <p:spPr>
          <a:xfrm>
            <a:off x="8147964" y="4333875"/>
            <a:ext cx="4039947" cy="2514600"/>
          </a:xfrm>
          <a:prstGeom prst="rect">
            <a:avLst/>
          </a:prstGeom>
        </p:spPr>
      </p:pic>
      <p:pic>
        <p:nvPicPr>
          <p:cNvPr id="6" name="Picture 5">
            <a:extLst>
              <a:ext uri="{FF2B5EF4-FFF2-40B4-BE49-F238E27FC236}">
                <a16:creationId xmlns:a16="http://schemas.microsoft.com/office/drawing/2014/main" id="{D5C8CC1A-FEEB-BAD0-3533-36FA3270146D}"/>
              </a:ext>
            </a:extLst>
          </p:cNvPr>
          <p:cNvPicPr>
            <a:picLocks noChangeAspect="1"/>
          </p:cNvPicPr>
          <p:nvPr/>
        </p:nvPicPr>
        <p:blipFill>
          <a:blip r:embed="rId4"/>
          <a:stretch>
            <a:fillRect/>
          </a:stretch>
        </p:blipFill>
        <p:spPr>
          <a:xfrm>
            <a:off x="3871239" y="4333875"/>
            <a:ext cx="4078047" cy="2524125"/>
          </a:xfrm>
          <a:prstGeom prst="rect">
            <a:avLst/>
          </a:prstGeom>
        </p:spPr>
      </p:pic>
      <p:sp>
        <p:nvSpPr>
          <p:cNvPr id="8" name="TextBox 7">
            <a:extLst>
              <a:ext uri="{FF2B5EF4-FFF2-40B4-BE49-F238E27FC236}">
                <a16:creationId xmlns:a16="http://schemas.microsoft.com/office/drawing/2014/main" id="{9547D7BE-D54A-2E10-C207-21D74DD6F365}"/>
              </a:ext>
            </a:extLst>
          </p:cNvPr>
          <p:cNvSpPr txBox="1"/>
          <p:nvPr/>
        </p:nvSpPr>
        <p:spPr>
          <a:xfrm>
            <a:off x="551781" y="1938420"/>
            <a:ext cx="4077034"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Initial Regression Model:</a:t>
            </a:r>
          </a:p>
          <a:p>
            <a:pPr marL="285750" indent="-285750">
              <a:buFont typeface="Arial"/>
              <a:buChar char="•"/>
            </a:pPr>
            <a:r>
              <a:rPr lang="en-US" dirty="0">
                <a:ea typeface="+mn-lt"/>
                <a:cs typeface="+mn-lt"/>
              </a:rPr>
              <a:t>fit &lt;- </a:t>
            </a:r>
            <a:r>
              <a:rPr lang="en-US" dirty="0" err="1">
                <a:ea typeface="+mn-lt"/>
                <a:cs typeface="+mn-lt"/>
              </a:rPr>
              <a:t>lm</a:t>
            </a:r>
            <a:r>
              <a:rPr lang="en-US" dirty="0">
                <a:ea typeface="+mn-lt"/>
                <a:cs typeface="+mn-lt"/>
              </a:rPr>
              <a:t>(price ~ factor(decision) * </a:t>
            </a:r>
            <a:r>
              <a:rPr lang="en-US" dirty="0" err="1">
                <a:ea typeface="+mn-lt"/>
                <a:cs typeface="+mn-lt"/>
              </a:rPr>
              <a:t>property_size_sqft</a:t>
            </a:r>
            <a:r>
              <a:rPr lang="en-US" dirty="0">
                <a:ea typeface="+mn-lt"/>
                <a:cs typeface="+mn-lt"/>
              </a:rPr>
              <a:t> + factor(decision) * </a:t>
            </a:r>
            <a:r>
              <a:rPr lang="en-US" dirty="0" err="1">
                <a:ea typeface="+mn-lt"/>
                <a:cs typeface="+mn-lt"/>
              </a:rPr>
              <a:t>constructed_year</a:t>
            </a:r>
            <a:r>
              <a:rPr lang="en-US" dirty="0">
                <a:ea typeface="+mn-lt"/>
                <a:cs typeface="+mn-lt"/>
              </a:rPr>
              <a:t> + factor(decision)*rooms, data=</a:t>
            </a:r>
            <a:r>
              <a:rPr lang="en-US" dirty="0" err="1">
                <a:ea typeface="+mn-lt"/>
                <a:cs typeface="+mn-lt"/>
              </a:rPr>
              <a:t>df_small</a:t>
            </a:r>
            <a:r>
              <a:rPr lang="en-US" dirty="0">
                <a:ea typeface="+mn-lt"/>
                <a:cs typeface="+mn-lt"/>
              </a:rPr>
              <a:t>)</a:t>
            </a:r>
          </a:p>
          <a:p>
            <a:r>
              <a:rPr lang="en-US" dirty="0"/>
              <a:t>No signs of non-linearity (residuals vs. fitted plot scattered, no pattern, and equal variance), multicollinearity (VIFs &lt; 10), heteroskedasticity (BP p = 0.6512)</a:t>
            </a:r>
          </a:p>
          <a:p>
            <a:endParaRPr lang="en-US" dirty="0"/>
          </a:p>
          <a:p>
            <a:r>
              <a:rPr lang="en-US" dirty="0"/>
              <a:t>There were signs of</a:t>
            </a:r>
          </a:p>
          <a:p>
            <a:pPr marL="285750" indent="-285750">
              <a:buFont typeface="Arial"/>
              <a:buChar char="•"/>
            </a:pPr>
            <a:r>
              <a:rPr lang="en-US" dirty="0"/>
              <a:t>Non-normal errors (Non-normal histogram)</a:t>
            </a:r>
          </a:p>
          <a:p>
            <a:pPr marL="285750" indent="-285750">
              <a:buFont typeface="Arial"/>
              <a:buChar char="•"/>
            </a:pPr>
            <a:r>
              <a:rPr lang="en-US" dirty="0"/>
              <a:t>Large amounts of outliers </a:t>
            </a:r>
          </a:p>
          <a:p>
            <a:endParaRPr lang="en-US" dirty="0"/>
          </a:p>
          <a:p>
            <a:endParaRPr lang="en-US" dirty="0"/>
          </a:p>
        </p:txBody>
      </p:sp>
    </p:spTree>
    <p:extLst>
      <p:ext uri="{BB962C8B-B14F-4D97-AF65-F5344CB8AC3E}">
        <p14:creationId xmlns:p14="http://schemas.microsoft.com/office/powerpoint/2010/main" val="31680942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C2AD3-BE7B-1BB4-9116-E7637AB64C45}"/>
              </a:ext>
            </a:extLst>
          </p:cNvPr>
          <p:cNvSpPr>
            <a:spLocks noGrp="1"/>
          </p:cNvSpPr>
          <p:nvPr>
            <p:ph type="title"/>
          </p:nvPr>
        </p:nvSpPr>
        <p:spPr/>
        <p:txBody>
          <a:bodyPr/>
          <a:lstStyle/>
          <a:p>
            <a:r>
              <a:rPr lang="en-US" dirty="0"/>
              <a:t>Results – </a:t>
            </a:r>
            <a:r>
              <a:rPr lang="en-US" dirty="0" err="1"/>
              <a:t>ELliott</a:t>
            </a:r>
            <a:r>
              <a:rPr lang="en-US" dirty="0"/>
              <a:t> Shi</a:t>
            </a:r>
            <a:endParaRPr lang="en-US"/>
          </a:p>
        </p:txBody>
      </p:sp>
      <p:sp>
        <p:nvSpPr>
          <p:cNvPr id="3" name="Content Placeholder 2">
            <a:extLst>
              <a:ext uri="{FF2B5EF4-FFF2-40B4-BE49-F238E27FC236}">
                <a16:creationId xmlns:a16="http://schemas.microsoft.com/office/drawing/2014/main" id="{D9D255EA-F884-60CD-5F25-CE41324F8EDA}"/>
              </a:ext>
            </a:extLst>
          </p:cNvPr>
          <p:cNvSpPr>
            <a:spLocks noGrp="1"/>
          </p:cNvSpPr>
          <p:nvPr>
            <p:ph idx="1"/>
          </p:nvPr>
        </p:nvSpPr>
        <p:spPr>
          <a:xfrm>
            <a:off x="581192" y="2180496"/>
            <a:ext cx="3047665" cy="4278378"/>
          </a:xfrm>
        </p:spPr>
        <p:txBody>
          <a:bodyPr>
            <a:normAutofit fontScale="85000" lnSpcReduction="10000"/>
          </a:bodyPr>
          <a:lstStyle/>
          <a:p>
            <a:pPr marL="0" indent="0">
              <a:buNone/>
            </a:pPr>
            <a:r>
              <a:rPr lang="en-US"/>
              <a:t>Remedial Technique: </a:t>
            </a:r>
          </a:p>
          <a:p>
            <a:pPr marL="285750" indent="-285750"/>
            <a:r>
              <a:rPr lang="en-US" dirty="0"/>
              <a:t>Outlier Removal</a:t>
            </a:r>
          </a:p>
          <a:p>
            <a:pPr marL="285750" indent="-285750"/>
            <a:r>
              <a:rPr lang="en-US" dirty="0"/>
              <a:t>Robust Regression</a:t>
            </a:r>
            <a:r>
              <a:rPr lang="en-US"/>
              <a:t> (only for interpretation)</a:t>
            </a:r>
            <a:endParaRPr lang="en-US" dirty="0"/>
          </a:p>
          <a:p>
            <a:pPr marL="285750" indent="-285750"/>
            <a:endParaRPr lang="en-US" dirty="0"/>
          </a:p>
          <a:p>
            <a:pPr marL="0" indent="0">
              <a:buNone/>
            </a:pPr>
            <a:r>
              <a:rPr lang="en-US" dirty="0"/>
              <a:t>Less outliers/influential points</a:t>
            </a:r>
          </a:p>
          <a:p>
            <a:pPr marL="0" indent="0">
              <a:buNone/>
            </a:pPr>
            <a:r>
              <a:rPr lang="en-US" dirty="0" err="1"/>
              <a:t>QQplot</a:t>
            </a:r>
            <a:r>
              <a:rPr lang="en-US"/>
              <a:t> slightly more normal</a:t>
            </a:r>
            <a:endParaRPr lang="en-US" dirty="0"/>
          </a:p>
          <a:p>
            <a:pPr marL="0" indent="0">
              <a:buNone/>
            </a:pPr>
            <a:endParaRPr lang="en-US" dirty="0"/>
          </a:p>
          <a:p>
            <a:pPr marL="0" indent="0">
              <a:buNone/>
            </a:pPr>
            <a:r>
              <a:rPr lang="en-US"/>
              <a:t>ANOVA output</a:t>
            </a:r>
            <a:r>
              <a:rPr lang="en-US" dirty="0"/>
              <a:t> suggests that we reject null hypothesis at significance level .05</a:t>
            </a:r>
            <a:r>
              <a:rPr lang="en-US"/>
              <a:t>.</a:t>
            </a:r>
            <a:endParaRPr lang="en-US" dirty="0"/>
          </a:p>
          <a:p>
            <a:pPr marL="0" indent="0">
              <a:buNone/>
            </a:pPr>
            <a:r>
              <a:rPr lang="en-US" dirty="0"/>
              <a:t>Therefore, property size has a significant impact on housing price given number of rooms </a:t>
            </a:r>
            <a:r>
              <a:rPr lang="en-US"/>
              <a:t>and </a:t>
            </a:r>
            <a:r>
              <a:rPr lang="en-US" dirty="0"/>
              <a:t>constructed year</a:t>
            </a:r>
          </a:p>
          <a:p>
            <a:pPr marL="0" indent="0">
              <a:buNone/>
            </a:pPr>
            <a:endParaRPr lang="en-US" dirty="0"/>
          </a:p>
          <a:p>
            <a:pPr marL="0" indent="0">
              <a:buNone/>
            </a:pPr>
            <a:endParaRPr lang="en-US" dirty="0"/>
          </a:p>
        </p:txBody>
      </p:sp>
      <p:pic>
        <p:nvPicPr>
          <p:cNvPr id="5" name="Picture 4" descr="A graph of a graph of a graph of a graph of a graph of a graph of a graph of a graph of a graph of a graph of a graph of a graph of a graph of&#10;&#10;AI-generated content may be incorrect.">
            <a:extLst>
              <a:ext uri="{FF2B5EF4-FFF2-40B4-BE49-F238E27FC236}">
                <a16:creationId xmlns:a16="http://schemas.microsoft.com/office/drawing/2014/main" id="{EA04AEA5-8AC6-B0A2-80BC-CC5AFEFEA4F2}"/>
              </a:ext>
            </a:extLst>
          </p:cNvPr>
          <p:cNvPicPr>
            <a:picLocks noChangeAspect="1"/>
          </p:cNvPicPr>
          <p:nvPr/>
        </p:nvPicPr>
        <p:blipFill>
          <a:blip r:embed="rId2"/>
          <a:stretch>
            <a:fillRect/>
          </a:stretch>
        </p:blipFill>
        <p:spPr>
          <a:xfrm>
            <a:off x="3629025" y="2181225"/>
            <a:ext cx="3962400" cy="2419350"/>
          </a:xfrm>
          <a:prstGeom prst="rect">
            <a:avLst/>
          </a:prstGeom>
        </p:spPr>
      </p:pic>
      <p:pic>
        <p:nvPicPr>
          <p:cNvPr id="6" name="Picture 5" descr="A graph of a normal q-q plot&#10;&#10;AI-generated content may be incorrect.">
            <a:extLst>
              <a:ext uri="{FF2B5EF4-FFF2-40B4-BE49-F238E27FC236}">
                <a16:creationId xmlns:a16="http://schemas.microsoft.com/office/drawing/2014/main" id="{06060C94-D506-4397-C3A2-50BEF476548B}"/>
              </a:ext>
            </a:extLst>
          </p:cNvPr>
          <p:cNvPicPr>
            <a:picLocks noChangeAspect="1"/>
          </p:cNvPicPr>
          <p:nvPr/>
        </p:nvPicPr>
        <p:blipFill>
          <a:blip r:embed="rId3"/>
          <a:stretch>
            <a:fillRect/>
          </a:stretch>
        </p:blipFill>
        <p:spPr>
          <a:xfrm>
            <a:off x="7639050" y="1871663"/>
            <a:ext cx="4086225" cy="2562225"/>
          </a:xfrm>
          <a:prstGeom prst="rect">
            <a:avLst/>
          </a:prstGeom>
        </p:spPr>
      </p:pic>
      <p:pic>
        <p:nvPicPr>
          <p:cNvPr id="7" name="Picture 6">
            <a:extLst>
              <a:ext uri="{FF2B5EF4-FFF2-40B4-BE49-F238E27FC236}">
                <a16:creationId xmlns:a16="http://schemas.microsoft.com/office/drawing/2014/main" id="{46E5FDD2-3AF3-C285-0D32-5C03E151CA65}"/>
              </a:ext>
            </a:extLst>
          </p:cNvPr>
          <p:cNvPicPr>
            <a:picLocks noChangeAspect="1"/>
          </p:cNvPicPr>
          <p:nvPr/>
        </p:nvPicPr>
        <p:blipFill>
          <a:blip r:embed="rId4"/>
          <a:stretch>
            <a:fillRect/>
          </a:stretch>
        </p:blipFill>
        <p:spPr>
          <a:xfrm>
            <a:off x="7591425" y="4310063"/>
            <a:ext cx="4181475" cy="2543175"/>
          </a:xfrm>
          <a:prstGeom prst="rect">
            <a:avLst/>
          </a:prstGeom>
        </p:spPr>
      </p:pic>
      <p:pic>
        <p:nvPicPr>
          <p:cNvPr id="4" name="Picture 3" descr="A computer screen shot of a program&#10;&#10;AI-generated content may be incorrect.">
            <a:extLst>
              <a:ext uri="{FF2B5EF4-FFF2-40B4-BE49-F238E27FC236}">
                <a16:creationId xmlns:a16="http://schemas.microsoft.com/office/drawing/2014/main" id="{8D762AE1-B202-74B2-F1D7-C63E2D4A4047}"/>
              </a:ext>
            </a:extLst>
          </p:cNvPr>
          <p:cNvPicPr>
            <a:picLocks noChangeAspect="1"/>
          </p:cNvPicPr>
          <p:nvPr/>
        </p:nvPicPr>
        <p:blipFill>
          <a:blip r:embed="rId5"/>
          <a:stretch>
            <a:fillRect/>
          </a:stretch>
        </p:blipFill>
        <p:spPr>
          <a:xfrm>
            <a:off x="3619500" y="4791075"/>
            <a:ext cx="4010025" cy="1676400"/>
          </a:xfrm>
          <a:prstGeom prst="rect">
            <a:avLst/>
          </a:prstGeom>
        </p:spPr>
      </p:pic>
    </p:spTree>
    <p:extLst>
      <p:ext uri="{BB962C8B-B14F-4D97-AF65-F5344CB8AC3E}">
        <p14:creationId xmlns:p14="http://schemas.microsoft.com/office/powerpoint/2010/main" val="1686603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6CAB6-8516-209B-131E-B2A39595217F}"/>
              </a:ext>
            </a:extLst>
          </p:cNvPr>
          <p:cNvSpPr>
            <a:spLocks noGrp="1"/>
          </p:cNvSpPr>
          <p:nvPr>
            <p:ph type="title"/>
          </p:nvPr>
        </p:nvSpPr>
        <p:spPr/>
        <p:txBody>
          <a:bodyPr/>
          <a:lstStyle/>
          <a:p>
            <a:r>
              <a:rPr lang="en-US" dirty="0"/>
              <a:t>Methodology – Olivia Harper</a:t>
            </a:r>
          </a:p>
        </p:txBody>
      </p:sp>
      <p:pic>
        <p:nvPicPr>
          <p:cNvPr id="9" name="Content Placeholder 8">
            <a:extLst>
              <a:ext uri="{FF2B5EF4-FFF2-40B4-BE49-F238E27FC236}">
                <a16:creationId xmlns:a16="http://schemas.microsoft.com/office/drawing/2014/main" id="{F67BADAD-BF79-A60B-D06D-91408AA4803A}"/>
              </a:ext>
            </a:extLst>
          </p:cNvPr>
          <p:cNvPicPr>
            <a:picLocks noGrp="1" noChangeAspect="1"/>
          </p:cNvPicPr>
          <p:nvPr>
            <p:ph sz="half" idx="2"/>
          </p:nvPr>
        </p:nvPicPr>
        <p:blipFill>
          <a:blip r:embed="rId3"/>
          <a:stretch>
            <a:fillRect/>
          </a:stretch>
        </p:blipFill>
        <p:spPr>
          <a:xfrm>
            <a:off x="9013260" y="1922352"/>
            <a:ext cx="2831592" cy="1446720"/>
          </a:xfrm>
          <a:prstGeom prst="rect">
            <a:avLst/>
          </a:prstGeom>
        </p:spPr>
      </p:pic>
      <p:pic>
        <p:nvPicPr>
          <p:cNvPr id="11" name="Content Placeholder 10">
            <a:extLst>
              <a:ext uri="{FF2B5EF4-FFF2-40B4-BE49-F238E27FC236}">
                <a16:creationId xmlns:a16="http://schemas.microsoft.com/office/drawing/2014/main" id="{54C354A4-AF88-169B-B794-26AE55F21EF4}"/>
              </a:ext>
            </a:extLst>
          </p:cNvPr>
          <p:cNvPicPr>
            <a:picLocks noGrp="1" noChangeAspect="1"/>
          </p:cNvPicPr>
          <p:nvPr>
            <p:ph sz="half" idx="1"/>
          </p:nvPr>
        </p:nvPicPr>
        <p:blipFill>
          <a:blip r:embed="rId4"/>
          <a:stretch>
            <a:fillRect/>
          </a:stretch>
        </p:blipFill>
        <p:spPr>
          <a:xfrm>
            <a:off x="5977785" y="4969564"/>
            <a:ext cx="2622040" cy="1580286"/>
          </a:xfrm>
          <a:prstGeom prst="rect">
            <a:avLst/>
          </a:prstGeom>
        </p:spPr>
      </p:pic>
      <p:pic>
        <p:nvPicPr>
          <p:cNvPr id="12" name="Picture 11">
            <a:extLst>
              <a:ext uri="{FF2B5EF4-FFF2-40B4-BE49-F238E27FC236}">
                <a16:creationId xmlns:a16="http://schemas.microsoft.com/office/drawing/2014/main" id="{C975830A-BDAB-6E05-94F4-FC44134AAAAC}"/>
              </a:ext>
            </a:extLst>
          </p:cNvPr>
          <p:cNvPicPr>
            <a:picLocks noChangeAspect="1"/>
          </p:cNvPicPr>
          <p:nvPr/>
        </p:nvPicPr>
        <p:blipFill>
          <a:blip r:embed="rId5"/>
          <a:stretch>
            <a:fillRect/>
          </a:stretch>
        </p:blipFill>
        <p:spPr>
          <a:xfrm>
            <a:off x="8909957" y="4962247"/>
            <a:ext cx="3171825" cy="1685120"/>
          </a:xfrm>
          <a:prstGeom prst="rect">
            <a:avLst/>
          </a:prstGeom>
        </p:spPr>
      </p:pic>
      <p:pic>
        <p:nvPicPr>
          <p:cNvPr id="13" name="Picture 12" descr="A graph of a number of individuals&#10;&#10;AI-generated content may be incorrect.">
            <a:extLst>
              <a:ext uri="{FF2B5EF4-FFF2-40B4-BE49-F238E27FC236}">
                <a16:creationId xmlns:a16="http://schemas.microsoft.com/office/drawing/2014/main" id="{B8D06274-7679-A0D5-7F46-D2F98AEB5AF8}"/>
              </a:ext>
            </a:extLst>
          </p:cNvPr>
          <p:cNvPicPr>
            <a:picLocks noChangeAspect="1"/>
          </p:cNvPicPr>
          <p:nvPr/>
        </p:nvPicPr>
        <p:blipFill>
          <a:blip r:embed="rId6"/>
          <a:stretch>
            <a:fillRect/>
          </a:stretch>
        </p:blipFill>
        <p:spPr>
          <a:xfrm>
            <a:off x="6319157" y="1909350"/>
            <a:ext cx="2461532" cy="1430937"/>
          </a:xfrm>
          <a:prstGeom prst="rect">
            <a:avLst/>
          </a:prstGeom>
        </p:spPr>
      </p:pic>
      <p:sp>
        <p:nvSpPr>
          <p:cNvPr id="14" name="TextBox 13">
            <a:extLst>
              <a:ext uri="{FF2B5EF4-FFF2-40B4-BE49-F238E27FC236}">
                <a16:creationId xmlns:a16="http://schemas.microsoft.com/office/drawing/2014/main" id="{578912EA-788A-C00B-F968-B2B8F54010D3}"/>
              </a:ext>
            </a:extLst>
          </p:cNvPr>
          <p:cNvSpPr txBox="1"/>
          <p:nvPr/>
        </p:nvSpPr>
        <p:spPr>
          <a:xfrm>
            <a:off x="581025" y="2047875"/>
            <a:ext cx="5619750"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Gill Sans MT"/>
                <a:ea typeface="Times New Roman"/>
                <a:cs typeface="Times New Roman"/>
              </a:rPr>
              <a:t>Initial Model: </a:t>
            </a:r>
            <a:endParaRPr lang="en-US">
              <a:latin typeface="Gill Sans MT"/>
            </a:endParaRPr>
          </a:p>
          <a:p>
            <a:r>
              <a:rPr lang="en-US" dirty="0">
                <a:latin typeface="Gill Sans MT"/>
                <a:ea typeface="Times New Roman"/>
                <a:cs typeface="Times New Roman"/>
              </a:rPr>
              <a:t>price ~ </a:t>
            </a:r>
            <a:r>
              <a:rPr lang="en-US" err="1">
                <a:latin typeface="Gill Sans MT"/>
                <a:ea typeface="Times New Roman"/>
                <a:cs typeface="Times New Roman"/>
              </a:rPr>
              <a:t>crime_cases_reported</a:t>
            </a:r>
            <a:r>
              <a:rPr lang="en-US" dirty="0">
                <a:latin typeface="Gill Sans MT"/>
                <a:ea typeface="Times New Roman"/>
                <a:cs typeface="Times New Roman"/>
              </a:rPr>
              <a:t> + </a:t>
            </a:r>
            <a:r>
              <a:rPr lang="en-US" err="1">
                <a:latin typeface="Gill Sans MT"/>
                <a:ea typeface="Times New Roman"/>
                <a:cs typeface="Times New Roman"/>
              </a:rPr>
              <a:t>legal_cases_on_property</a:t>
            </a:r>
            <a:r>
              <a:rPr lang="en-US" dirty="0">
                <a:latin typeface="Gill Sans MT"/>
                <a:ea typeface="Times New Roman"/>
                <a:cs typeface="Times New Roman"/>
              </a:rPr>
              <a:t> + </a:t>
            </a:r>
            <a:r>
              <a:rPr lang="en-US" err="1">
                <a:latin typeface="Gill Sans MT"/>
                <a:ea typeface="Times New Roman"/>
                <a:cs typeface="Times New Roman"/>
              </a:rPr>
              <a:t>crime_cases_reported</a:t>
            </a:r>
            <a:r>
              <a:rPr lang="en-US" dirty="0">
                <a:latin typeface="Gill Sans MT"/>
                <a:ea typeface="Times New Roman"/>
                <a:cs typeface="Times New Roman"/>
              </a:rPr>
              <a:t>*factor(city) + </a:t>
            </a:r>
            <a:r>
              <a:rPr lang="en-US" err="1">
                <a:latin typeface="Gill Sans MT"/>
                <a:ea typeface="Times New Roman"/>
                <a:cs typeface="Times New Roman"/>
              </a:rPr>
              <a:t>legal_cases_on_property</a:t>
            </a:r>
            <a:r>
              <a:rPr lang="en-US" dirty="0">
                <a:latin typeface="Gill Sans MT"/>
                <a:ea typeface="Times New Roman"/>
                <a:cs typeface="Times New Roman"/>
              </a:rPr>
              <a:t>*factor(city)</a:t>
            </a:r>
            <a:endParaRPr lang="en-US">
              <a:latin typeface="Gill Sans MT"/>
            </a:endParaRPr>
          </a:p>
          <a:p>
            <a:endParaRPr lang="en-US" dirty="0">
              <a:cs typeface="Times New Roman"/>
            </a:endParaRPr>
          </a:p>
          <a:p>
            <a:r>
              <a:rPr lang="en-US" dirty="0">
                <a:cs typeface="Times New Roman"/>
              </a:rPr>
              <a:t>Diagnostics: </a:t>
            </a:r>
          </a:p>
          <a:p>
            <a:pPr marL="285750" indent="-285750">
              <a:buFont typeface="Calibri"/>
              <a:buChar char="-"/>
            </a:pPr>
            <a:r>
              <a:rPr lang="en-US" dirty="0">
                <a:cs typeface="Times New Roman"/>
              </a:rPr>
              <a:t>Linearity: no non-linearity</a:t>
            </a:r>
          </a:p>
          <a:p>
            <a:pPr marL="285750" indent="-285750">
              <a:buFont typeface="Calibri"/>
              <a:buChar char="-"/>
            </a:pPr>
            <a:r>
              <a:rPr lang="en-US" dirty="0">
                <a:cs typeface="Times New Roman"/>
              </a:rPr>
              <a:t>Normality: Shapiro p = 6.99 e-10 (normality issue)</a:t>
            </a:r>
          </a:p>
          <a:p>
            <a:pPr marL="285750" indent="-285750">
              <a:buFont typeface="Calibri"/>
              <a:buChar char="-"/>
            </a:pPr>
            <a:r>
              <a:rPr lang="en-US" dirty="0">
                <a:cs typeface="Times New Roman"/>
              </a:rPr>
              <a:t>Heteroscedasticity: BP test p = .8482 (constant variance)</a:t>
            </a:r>
          </a:p>
          <a:p>
            <a:pPr marL="285750" indent="-285750">
              <a:buFont typeface="Calibri"/>
              <a:buChar char="-"/>
            </a:pPr>
            <a:r>
              <a:rPr lang="en-US" dirty="0">
                <a:cs typeface="Times New Roman"/>
              </a:rPr>
              <a:t>Multicollinearity: all VIFs &gt; 5 (multicollinearity issue)</a:t>
            </a:r>
          </a:p>
          <a:p>
            <a:pPr marL="285750" indent="-285750">
              <a:buFont typeface="Calibri"/>
              <a:buChar char="-"/>
            </a:pPr>
            <a:endParaRPr lang="en-US" dirty="0">
              <a:cs typeface="Times New Roman"/>
            </a:endParaRPr>
          </a:p>
          <a:p>
            <a:r>
              <a:rPr lang="en-US" dirty="0">
                <a:cs typeface="Times New Roman"/>
              </a:rPr>
              <a:t>Influential Points and Outliers: </a:t>
            </a:r>
          </a:p>
          <a:p>
            <a:pPr marL="285750" indent="-285750">
              <a:buFont typeface="Calibri"/>
              <a:buChar char="-"/>
            </a:pPr>
            <a:r>
              <a:rPr lang="en-US" dirty="0">
                <a:cs typeface="Times New Roman"/>
              </a:rPr>
              <a:t>Influential points were found</a:t>
            </a:r>
          </a:p>
          <a:p>
            <a:pPr marL="285750" indent="-285750">
              <a:buFont typeface="Calibri"/>
              <a:buChar char="-"/>
            </a:pPr>
            <a:r>
              <a:rPr lang="en-US" dirty="0">
                <a:cs typeface="Times New Roman"/>
              </a:rPr>
              <a:t>Applied IQR rule for outlier removal</a:t>
            </a:r>
          </a:p>
          <a:p>
            <a:pPr marL="285750" indent="-285750">
              <a:buFont typeface="Calibri"/>
              <a:buChar char="-"/>
            </a:pPr>
            <a:r>
              <a:rPr lang="en-US" dirty="0">
                <a:cs typeface="Times New Roman"/>
              </a:rPr>
              <a:t>IQR removed too many points </a:t>
            </a:r>
          </a:p>
          <a:p>
            <a:pPr algn="ctr"/>
            <a:endParaRPr lang="en-US"/>
          </a:p>
        </p:txBody>
      </p:sp>
      <p:sp>
        <p:nvSpPr>
          <p:cNvPr id="3" name="Rectangle 2">
            <a:extLst>
              <a:ext uri="{FF2B5EF4-FFF2-40B4-BE49-F238E27FC236}">
                <a16:creationId xmlns:a16="http://schemas.microsoft.com/office/drawing/2014/main" id="{3E7D2713-A22E-4683-BB01-FCC1671D6BC9}"/>
              </a:ext>
            </a:extLst>
          </p:cNvPr>
          <p:cNvSpPr/>
          <p:nvPr/>
        </p:nvSpPr>
        <p:spPr>
          <a:xfrm>
            <a:off x="6300651" y="1914144"/>
            <a:ext cx="2554659" cy="1450848"/>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EA7FB2FA-DD71-4301-6B1C-19329E0DA777}"/>
              </a:ext>
            </a:extLst>
          </p:cNvPr>
          <p:cNvSpPr/>
          <p:nvPr/>
        </p:nvSpPr>
        <p:spPr>
          <a:xfrm>
            <a:off x="8977175" y="1925029"/>
            <a:ext cx="2913887" cy="1450848"/>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88601BC-9361-DE4A-E850-10ED2CAC154F}"/>
              </a:ext>
            </a:extLst>
          </p:cNvPr>
          <p:cNvSpPr/>
          <p:nvPr/>
        </p:nvSpPr>
        <p:spPr>
          <a:xfrm>
            <a:off x="5893796" y="4967586"/>
            <a:ext cx="2837687" cy="1679448"/>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ED4C1B5-8FC6-8942-852F-25B29B477C00}"/>
              </a:ext>
            </a:extLst>
          </p:cNvPr>
          <p:cNvSpPr/>
          <p:nvPr/>
        </p:nvSpPr>
        <p:spPr>
          <a:xfrm>
            <a:off x="8826136" y="4956700"/>
            <a:ext cx="3190112" cy="1679448"/>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aph of a normal q-q plot&#10;&#10;AI-generated content may be incorrect.">
            <a:extLst>
              <a:ext uri="{FF2B5EF4-FFF2-40B4-BE49-F238E27FC236}">
                <a16:creationId xmlns:a16="http://schemas.microsoft.com/office/drawing/2014/main" id="{18914685-FDE3-FF7E-9A7E-0E5BE3813276}"/>
              </a:ext>
            </a:extLst>
          </p:cNvPr>
          <p:cNvPicPr>
            <a:picLocks noChangeAspect="1"/>
          </p:cNvPicPr>
          <p:nvPr/>
        </p:nvPicPr>
        <p:blipFill>
          <a:blip r:embed="rId7"/>
          <a:stretch>
            <a:fillRect/>
          </a:stretch>
        </p:blipFill>
        <p:spPr>
          <a:xfrm>
            <a:off x="7771528" y="3200400"/>
            <a:ext cx="2407488" cy="1404258"/>
          </a:xfrm>
          <a:prstGeom prst="rect">
            <a:avLst/>
          </a:prstGeom>
        </p:spPr>
      </p:pic>
      <p:sp>
        <p:nvSpPr>
          <p:cNvPr id="8" name="Rectangle 7">
            <a:extLst>
              <a:ext uri="{FF2B5EF4-FFF2-40B4-BE49-F238E27FC236}">
                <a16:creationId xmlns:a16="http://schemas.microsoft.com/office/drawing/2014/main" id="{54C4E25E-727D-B690-5275-F9EF3DAFBF47}"/>
              </a:ext>
            </a:extLst>
          </p:cNvPr>
          <p:cNvSpPr/>
          <p:nvPr/>
        </p:nvSpPr>
        <p:spPr>
          <a:xfrm>
            <a:off x="7748450" y="3209545"/>
            <a:ext cx="2456689" cy="1396419"/>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6400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8DAF3-47CB-6DF8-A400-6B91A7E44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3D7731-433A-5CDC-C276-FC8CA5058963}"/>
              </a:ext>
            </a:extLst>
          </p:cNvPr>
          <p:cNvSpPr>
            <a:spLocks noGrp="1"/>
          </p:cNvSpPr>
          <p:nvPr>
            <p:ph type="title"/>
          </p:nvPr>
        </p:nvSpPr>
        <p:spPr/>
        <p:txBody>
          <a:bodyPr/>
          <a:lstStyle/>
          <a:p>
            <a:r>
              <a:rPr lang="en-US" dirty="0"/>
              <a:t>Results – Olivia Harper</a:t>
            </a:r>
          </a:p>
        </p:txBody>
      </p:sp>
      <p:pic>
        <p:nvPicPr>
          <p:cNvPr id="5" name="Content Placeholder 4">
            <a:extLst>
              <a:ext uri="{FF2B5EF4-FFF2-40B4-BE49-F238E27FC236}">
                <a16:creationId xmlns:a16="http://schemas.microsoft.com/office/drawing/2014/main" id="{10DE0E45-6583-F218-E98D-533021F9AD79}"/>
              </a:ext>
            </a:extLst>
          </p:cNvPr>
          <p:cNvPicPr>
            <a:picLocks noGrp="1" noChangeAspect="1"/>
          </p:cNvPicPr>
          <p:nvPr>
            <p:ph sz="half" idx="1"/>
          </p:nvPr>
        </p:nvPicPr>
        <p:blipFill>
          <a:blip r:embed="rId3"/>
          <a:stretch>
            <a:fillRect/>
          </a:stretch>
        </p:blipFill>
        <p:spPr>
          <a:xfrm>
            <a:off x="8696493" y="2041307"/>
            <a:ext cx="2917315" cy="1672815"/>
          </a:xfrm>
          <a:prstGeom prst="rect">
            <a:avLst/>
          </a:prstGeom>
        </p:spPr>
      </p:pic>
      <p:pic>
        <p:nvPicPr>
          <p:cNvPr id="6" name="Picture 5" descr="A graph of a number of residuals&#10;&#10;AI-generated content may be incorrect.">
            <a:extLst>
              <a:ext uri="{FF2B5EF4-FFF2-40B4-BE49-F238E27FC236}">
                <a16:creationId xmlns:a16="http://schemas.microsoft.com/office/drawing/2014/main" id="{87CD65CA-B9B9-50DE-7066-CBF0B0267C1E}"/>
              </a:ext>
            </a:extLst>
          </p:cNvPr>
          <p:cNvPicPr>
            <a:picLocks noChangeAspect="1"/>
          </p:cNvPicPr>
          <p:nvPr/>
        </p:nvPicPr>
        <p:blipFill>
          <a:blip r:embed="rId4"/>
          <a:stretch>
            <a:fillRect/>
          </a:stretch>
        </p:blipFill>
        <p:spPr>
          <a:xfrm>
            <a:off x="5361659" y="2038350"/>
            <a:ext cx="2859332" cy="1676400"/>
          </a:xfrm>
          <a:prstGeom prst="rect">
            <a:avLst/>
          </a:prstGeom>
        </p:spPr>
      </p:pic>
      <p:sp>
        <p:nvSpPr>
          <p:cNvPr id="8" name="TextBox 7">
            <a:extLst>
              <a:ext uri="{FF2B5EF4-FFF2-40B4-BE49-F238E27FC236}">
                <a16:creationId xmlns:a16="http://schemas.microsoft.com/office/drawing/2014/main" id="{9D24E34E-2CA4-DF33-2955-1B3BCDEFC53D}"/>
              </a:ext>
            </a:extLst>
          </p:cNvPr>
          <p:cNvSpPr txBox="1"/>
          <p:nvPr/>
        </p:nvSpPr>
        <p:spPr>
          <a:xfrm>
            <a:off x="581025" y="2038350"/>
            <a:ext cx="916305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ts val="1800"/>
              </a:lnSpc>
            </a:pPr>
            <a:r>
              <a:rPr lang="en-US" dirty="0">
                <a:solidFill>
                  <a:srgbClr val="000000"/>
                </a:solidFill>
                <a:latin typeface="Gill Sans MT"/>
                <a:ea typeface="Arial"/>
                <a:cs typeface="Arial"/>
              </a:rPr>
              <a:t>Weighted Least Squares (normality):</a:t>
            </a:r>
            <a:r>
              <a:rPr lang="en-US" sz="1800" b="0" i="0" u="none" strike="noStrike" baseline="0" dirty="0">
                <a:solidFill>
                  <a:srgbClr val="000000"/>
                </a:solidFill>
                <a:latin typeface="Gill Sans MT"/>
                <a:ea typeface="Arial"/>
                <a:cs typeface="Arial"/>
              </a:rPr>
              <a:t> </a:t>
            </a:r>
            <a:r>
              <a:rPr lang="en-US" sz="1800" b="0" i="0" dirty="0">
                <a:solidFill>
                  <a:srgbClr val="000000"/>
                </a:solidFill>
                <a:latin typeface="Gill Sans MT"/>
                <a:ea typeface="Arial"/>
                <a:cs typeface="Arial"/>
              </a:rPr>
              <a:t>​</a:t>
            </a:r>
          </a:p>
          <a:p>
            <a:pPr marL="285750" indent="-285750">
              <a:lnSpc>
                <a:spcPts val="1800"/>
              </a:lnSpc>
              <a:buFont typeface="Calibri"/>
              <a:buChar char="-"/>
            </a:pPr>
            <a:r>
              <a:rPr lang="en-US">
                <a:solidFill>
                  <a:srgbClr val="000000"/>
                </a:solidFill>
                <a:latin typeface="Gill Sans MT"/>
                <a:ea typeface="Arial"/>
                <a:cs typeface="Arial"/>
              </a:rPr>
              <a:t>Weights = 1/ fitted(</a:t>
            </a:r>
            <a:r>
              <a:rPr lang="en-US" dirty="0" err="1">
                <a:solidFill>
                  <a:srgbClr val="000000"/>
                </a:solidFill>
                <a:latin typeface="Gill Sans MT"/>
                <a:ea typeface="Arial"/>
                <a:cs typeface="Arial"/>
              </a:rPr>
              <a:t>ols</a:t>
            </a:r>
            <a:r>
              <a:rPr lang="en-US">
                <a:solidFill>
                  <a:srgbClr val="000000"/>
                </a:solidFill>
                <a:latin typeface="Gill Sans MT"/>
                <a:ea typeface="Arial"/>
                <a:cs typeface="Arial"/>
              </a:rPr>
              <a:t>)^2</a:t>
            </a:r>
          </a:p>
          <a:p>
            <a:pPr marL="285750" indent="-285750">
              <a:lnSpc>
                <a:spcPts val="1800"/>
              </a:lnSpc>
              <a:buFont typeface="Calibri"/>
              <a:buChar char="-"/>
            </a:pPr>
            <a:r>
              <a:rPr lang="en-US">
                <a:solidFill>
                  <a:srgbClr val="000000"/>
                </a:solidFill>
                <a:latin typeface="Gill Sans MT"/>
                <a:ea typeface="Arial"/>
                <a:cs typeface="Arial"/>
              </a:rPr>
              <a:t>Bootstrapped CI</a:t>
            </a:r>
            <a:endParaRPr lang="en-US" sz="1800" b="0" i="0">
              <a:solidFill>
                <a:srgbClr val="000000"/>
              </a:solidFill>
              <a:latin typeface="Gill Sans MT"/>
              <a:ea typeface="Arial"/>
              <a:cs typeface="Arial"/>
            </a:endParaRPr>
          </a:p>
          <a:p>
            <a:pPr marL="742950" lvl="1" indent="-285750">
              <a:lnSpc>
                <a:spcPts val="1800"/>
              </a:lnSpc>
              <a:buFont typeface="Calibri"/>
              <a:buChar char="-"/>
            </a:pPr>
            <a:r>
              <a:rPr lang="en-US" dirty="0">
                <a:solidFill>
                  <a:srgbClr val="000000"/>
                </a:solidFill>
                <a:latin typeface="Gill Sans MT"/>
                <a:ea typeface="Arial"/>
                <a:cs typeface="Arial"/>
              </a:rPr>
              <a:t>Intercept (1.158e+06, 1.564e+06)</a:t>
            </a:r>
          </a:p>
          <a:p>
            <a:pPr algn="l" rtl="0">
              <a:lnSpc>
                <a:spcPts val="1800"/>
              </a:lnSpc>
            </a:pPr>
            <a:r>
              <a:rPr lang="en-US" sz="1800" b="0" i="0" dirty="0">
                <a:solidFill>
                  <a:srgbClr val="000000"/>
                </a:solidFill>
                <a:latin typeface="Gill Sans MT"/>
                <a:ea typeface="Arial"/>
                <a:cs typeface="Arial"/>
              </a:rPr>
              <a:t>​</a:t>
            </a:r>
          </a:p>
          <a:p>
            <a:pPr>
              <a:lnSpc>
                <a:spcPts val="1800"/>
              </a:lnSpc>
            </a:pPr>
            <a:r>
              <a:rPr lang="en-US" dirty="0">
                <a:solidFill>
                  <a:srgbClr val="000000"/>
                </a:solidFill>
                <a:latin typeface="Gill Sans MT"/>
                <a:ea typeface="Arial"/>
                <a:cs typeface="Arial"/>
              </a:rPr>
              <a:t>Ridge Regression (multicollinearity):</a:t>
            </a:r>
            <a:r>
              <a:rPr lang="en-US" sz="1800" b="0" i="0" u="none" strike="noStrike" baseline="0" dirty="0">
                <a:solidFill>
                  <a:srgbClr val="000000"/>
                </a:solidFill>
                <a:latin typeface="Gill Sans MT"/>
                <a:ea typeface="Arial"/>
                <a:cs typeface="Arial"/>
              </a:rPr>
              <a:t> </a:t>
            </a:r>
            <a:r>
              <a:rPr lang="en-US" sz="1800" b="0" i="0" dirty="0">
                <a:solidFill>
                  <a:srgbClr val="000000"/>
                </a:solidFill>
                <a:latin typeface="Gill Sans MT"/>
                <a:ea typeface="Arial"/>
                <a:cs typeface="Arial"/>
              </a:rPr>
              <a:t>​</a:t>
            </a:r>
          </a:p>
          <a:p>
            <a:pPr marL="285750" indent="-285750">
              <a:lnSpc>
                <a:spcPts val="1800"/>
              </a:lnSpc>
              <a:buFont typeface="Calibri"/>
              <a:buChar char="-"/>
            </a:pPr>
            <a:r>
              <a:rPr lang="en-US">
                <a:solidFill>
                  <a:srgbClr val="000000"/>
                </a:solidFill>
                <a:latin typeface="Gill Sans MT"/>
                <a:ea typeface="Arial"/>
                <a:cs typeface="Arial"/>
              </a:rPr>
              <a:t>Bootstrapped CI</a:t>
            </a:r>
            <a:endParaRPr lang="en-US" dirty="0">
              <a:solidFill>
                <a:srgbClr val="000000"/>
              </a:solidFill>
              <a:latin typeface="Gill Sans MT"/>
              <a:ea typeface="Arial"/>
              <a:cs typeface="Arial"/>
            </a:endParaRPr>
          </a:p>
          <a:p>
            <a:pPr marL="742950" lvl="1" indent="-285750">
              <a:lnSpc>
                <a:spcPts val="1800"/>
              </a:lnSpc>
              <a:buFont typeface="Calibri"/>
              <a:buChar char="-"/>
            </a:pPr>
            <a:r>
              <a:rPr lang="en-US">
                <a:solidFill>
                  <a:srgbClr val="000000"/>
                </a:solidFill>
                <a:latin typeface="Gill Sans MT"/>
                <a:ea typeface="Arial"/>
                <a:cs typeface="Arial"/>
              </a:rPr>
              <a:t>Intercept (1.213e+06, 1.326e+06)</a:t>
            </a:r>
            <a:endParaRPr lang="en-US" dirty="0">
              <a:solidFill>
                <a:srgbClr val="000000"/>
              </a:solidFill>
              <a:latin typeface="Gill Sans MT"/>
              <a:ea typeface="Arial"/>
              <a:cs typeface="Arial"/>
            </a:endParaRPr>
          </a:p>
          <a:p>
            <a:pPr>
              <a:lnSpc>
                <a:spcPts val="1800"/>
              </a:lnSpc>
            </a:pPr>
            <a:endParaRPr lang="en-US" dirty="0">
              <a:solidFill>
                <a:srgbClr val="000000"/>
              </a:solidFill>
              <a:latin typeface="Gill Sans MT"/>
              <a:ea typeface="Arial"/>
              <a:cs typeface="Arial"/>
            </a:endParaRPr>
          </a:p>
          <a:p>
            <a:pPr>
              <a:lnSpc>
                <a:spcPts val="1800"/>
              </a:lnSpc>
            </a:pPr>
            <a:r>
              <a:rPr lang="en-US">
                <a:solidFill>
                  <a:srgbClr val="000000"/>
                </a:solidFill>
                <a:latin typeface="Gill Sans MT"/>
                <a:ea typeface="Arial"/>
                <a:cs typeface="Arial"/>
              </a:rPr>
              <a:t>Full Model: </a:t>
            </a:r>
            <a:endParaRPr lang="en-US" dirty="0">
              <a:solidFill>
                <a:srgbClr val="000000"/>
              </a:solidFill>
              <a:latin typeface="Gill Sans MT"/>
              <a:ea typeface="Arial"/>
              <a:cs typeface="Arial"/>
            </a:endParaRPr>
          </a:p>
          <a:p>
            <a:pPr marL="285750" indent="-285750">
              <a:lnSpc>
                <a:spcPts val="1800"/>
              </a:lnSpc>
              <a:buFont typeface="Calibri"/>
              <a:buChar char="-"/>
            </a:pPr>
            <a:r>
              <a:rPr lang="en-US" dirty="0">
                <a:solidFill>
                  <a:srgbClr val="000000"/>
                </a:solidFill>
                <a:latin typeface="Gill Sans MT"/>
                <a:ea typeface="Arial"/>
                <a:cs typeface="Arial"/>
              </a:rPr>
              <a:t>price ~ </a:t>
            </a:r>
            <a:r>
              <a:rPr lang="en-US" dirty="0" err="1">
                <a:solidFill>
                  <a:srgbClr val="000000"/>
                </a:solidFill>
                <a:latin typeface="Gill Sans MT"/>
                <a:ea typeface="Arial"/>
                <a:cs typeface="Arial"/>
              </a:rPr>
              <a:t>crime_cases_reported</a:t>
            </a:r>
            <a:r>
              <a:rPr lang="en-US" dirty="0">
                <a:solidFill>
                  <a:srgbClr val="000000"/>
                </a:solidFill>
                <a:latin typeface="Gill Sans MT"/>
                <a:ea typeface="Arial"/>
                <a:cs typeface="Arial"/>
              </a:rPr>
              <a:t> + </a:t>
            </a:r>
            <a:r>
              <a:rPr lang="en-US" dirty="0" err="1">
                <a:solidFill>
                  <a:srgbClr val="000000"/>
                </a:solidFill>
                <a:latin typeface="Gill Sans MT"/>
                <a:ea typeface="Arial"/>
                <a:cs typeface="Arial"/>
              </a:rPr>
              <a:t>legal_cases_on_property</a:t>
            </a:r>
            <a:r>
              <a:rPr lang="en-US" dirty="0">
                <a:solidFill>
                  <a:srgbClr val="000000"/>
                </a:solidFill>
                <a:latin typeface="Gill Sans MT"/>
                <a:ea typeface="Arial"/>
                <a:cs typeface="Arial"/>
              </a:rPr>
              <a:t> + </a:t>
            </a:r>
            <a:r>
              <a:rPr lang="en-US" dirty="0" err="1">
                <a:solidFill>
                  <a:srgbClr val="000000"/>
                </a:solidFill>
                <a:latin typeface="Gill Sans MT"/>
                <a:ea typeface="Arial"/>
                <a:cs typeface="Arial"/>
              </a:rPr>
              <a:t>crime_cases_reported</a:t>
            </a:r>
            <a:r>
              <a:rPr lang="en-US" dirty="0">
                <a:solidFill>
                  <a:srgbClr val="000000"/>
                </a:solidFill>
                <a:latin typeface="Gill Sans MT"/>
                <a:ea typeface="Arial"/>
                <a:cs typeface="Arial"/>
              </a:rPr>
              <a:t>*factor(city) + </a:t>
            </a:r>
            <a:r>
              <a:rPr lang="en-US" dirty="0" err="1">
                <a:solidFill>
                  <a:srgbClr val="000000"/>
                </a:solidFill>
                <a:latin typeface="Gill Sans MT"/>
                <a:ea typeface="Arial"/>
                <a:cs typeface="Arial"/>
              </a:rPr>
              <a:t>legal_cases_on_property</a:t>
            </a:r>
            <a:r>
              <a:rPr lang="en-US">
                <a:solidFill>
                  <a:srgbClr val="000000"/>
                </a:solidFill>
                <a:latin typeface="Gill Sans MT"/>
                <a:ea typeface="Arial"/>
                <a:cs typeface="Arial"/>
              </a:rPr>
              <a:t>*factor(city)</a:t>
            </a:r>
            <a:endParaRPr lang="en-US" dirty="0">
              <a:solidFill>
                <a:srgbClr val="000000"/>
              </a:solidFill>
              <a:latin typeface="Gill Sans MT"/>
              <a:ea typeface="Arial"/>
              <a:cs typeface="Arial"/>
            </a:endParaRPr>
          </a:p>
          <a:p>
            <a:pPr>
              <a:lnSpc>
                <a:spcPts val="1800"/>
              </a:lnSpc>
            </a:pPr>
            <a:r>
              <a:rPr lang="en-US">
                <a:solidFill>
                  <a:srgbClr val="000000"/>
                </a:solidFill>
                <a:latin typeface="Gill Sans MT"/>
                <a:ea typeface="Arial"/>
                <a:cs typeface="Arial"/>
              </a:rPr>
              <a:t>Reduced Model: </a:t>
            </a:r>
            <a:endParaRPr lang="en-US" dirty="0">
              <a:solidFill>
                <a:srgbClr val="000000"/>
              </a:solidFill>
              <a:latin typeface="Gill Sans MT"/>
              <a:ea typeface="Arial"/>
              <a:cs typeface="Arial"/>
            </a:endParaRPr>
          </a:p>
          <a:p>
            <a:pPr marL="285750" indent="-285750">
              <a:lnSpc>
                <a:spcPts val="1800"/>
              </a:lnSpc>
              <a:buFont typeface="Calibri"/>
              <a:buChar char="-"/>
            </a:pPr>
            <a:r>
              <a:rPr lang="en-US">
                <a:solidFill>
                  <a:srgbClr val="000000"/>
                </a:solidFill>
                <a:latin typeface="Gill Sans MT"/>
                <a:ea typeface="Arial"/>
                <a:cs typeface="Arial"/>
              </a:rPr>
              <a:t>price ~ </a:t>
            </a:r>
            <a:r>
              <a:rPr lang="en-US" err="1">
                <a:solidFill>
                  <a:srgbClr val="000000"/>
                </a:solidFill>
                <a:latin typeface="Gill Sans MT"/>
                <a:ea typeface="Arial"/>
                <a:cs typeface="Arial"/>
              </a:rPr>
              <a:t>crime_cases_reported</a:t>
            </a:r>
            <a:r>
              <a:rPr lang="en-US">
                <a:solidFill>
                  <a:srgbClr val="000000"/>
                </a:solidFill>
                <a:latin typeface="Gill Sans MT"/>
                <a:ea typeface="Arial"/>
                <a:cs typeface="Arial"/>
              </a:rPr>
              <a:t> + </a:t>
            </a:r>
            <a:r>
              <a:rPr lang="en-US" err="1">
                <a:solidFill>
                  <a:srgbClr val="000000"/>
                </a:solidFill>
                <a:latin typeface="Gill Sans MT"/>
                <a:ea typeface="Arial"/>
                <a:cs typeface="Arial"/>
              </a:rPr>
              <a:t>legal_cases_on_property</a:t>
            </a:r>
            <a:r>
              <a:rPr lang="en-US">
                <a:solidFill>
                  <a:srgbClr val="000000"/>
                </a:solidFill>
                <a:latin typeface="Gill Sans MT"/>
                <a:ea typeface="Arial"/>
                <a:cs typeface="Arial"/>
              </a:rPr>
              <a:t> + ) </a:t>
            </a:r>
          </a:p>
          <a:p>
            <a:pPr marL="285750" indent="-285750">
              <a:lnSpc>
                <a:spcPts val="1800"/>
              </a:lnSpc>
              <a:buFont typeface="Calibri"/>
              <a:buChar char="-"/>
            </a:pPr>
            <a:endParaRPr lang="en-US" dirty="0">
              <a:solidFill>
                <a:srgbClr val="000000"/>
              </a:solidFill>
              <a:latin typeface="Gill Sans MT"/>
              <a:ea typeface="Arial"/>
              <a:cs typeface="Arial"/>
            </a:endParaRPr>
          </a:p>
          <a:p>
            <a:pPr>
              <a:lnSpc>
                <a:spcPts val="1800"/>
              </a:lnSpc>
            </a:pPr>
            <a:endParaRPr lang="en-US" dirty="0">
              <a:cs typeface="Arial"/>
            </a:endParaRPr>
          </a:p>
          <a:p>
            <a:pPr marL="742950" lvl="1" indent="-285750">
              <a:lnSpc>
                <a:spcPts val="1800"/>
              </a:lnSpc>
              <a:buFont typeface="Calibri,Sans-Serif"/>
              <a:buChar char="-"/>
            </a:pPr>
            <a:endParaRPr lang="en-US" dirty="0">
              <a:cs typeface="Arial"/>
            </a:endParaRPr>
          </a:p>
          <a:p>
            <a:pPr marL="742950" lvl="1" indent="-285750">
              <a:lnSpc>
                <a:spcPts val="1800"/>
              </a:lnSpc>
              <a:buFont typeface="Calibri,Sans-Serif"/>
              <a:buChar char="-"/>
            </a:pPr>
            <a:endParaRPr lang="en-US" dirty="0">
              <a:cs typeface="Arial"/>
            </a:endParaRPr>
          </a:p>
          <a:p>
            <a:pPr algn="ctr"/>
            <a:endParaRPr lang="en-US">
              <a:cs typeface="Arial"/>
            </a:endParaRPr>
          </a:p>
        </p:txBody>
      </p:sp>
      <p:pic>
        <p:nvPicPr>
          <p:cNvPr id="9" name="Picture 8" descr="A computer code with text&#10;&#10;AI-generated content may be incorrect.">
            <a:extLst>
              <a:ext uri="{FF2B5EF4-FFF2-40B4-BE49-F238E27FC236}">
                <a16:creationId xmlns:a16="http://schemas.microsoft.com/office/drawing/2014/main" id="{42F35BA3-C009-A7F4-4C6D-F7F9CC0AC0A6}"/>
              </a:ext>
            </a:extLst>
          </p:cNvPr>
          <p:cNvPicPr>
            <a:picLocks noChangeAspect="1"/>
          </p:cNvPicPr>
          <p:nvPr/>
        </p:nvPicPr>
        <p:blipFill>
          <a:blip r:embed="rId5"/>
          <a:stretch>
            <a:fillRect/>
          </a:stretch>
        </p:blipFill>
        <p:spPr>
          <a:xfrm>
            <a:off x="685800" y="5347886"/>
            <a:ext cx="6343650" cy="1448603"/>
          </a:xfrm>
          <a:prstGeom prst="rect">
            <a:avLst/>
          </a:prstGeom>
        </p:spPr>
      </p:pic>
      <p:sp>
        <p:nvSpPr>
          <p:cNvPr id="3" name="TextBox 2">
            <a:extLst>
              <a:ext uri="{FF2B5EF4-FFF2-40B4-BE49-F238E27FC236}">
                <a16:creationId xmlns:a16="http://schemas.microsoft.com/office/drawing/2014/main" id="{21C87D16-5735-0E9E-1764-5DFCC8618DA5}"/>
              </a:ext>
            </a:extLst>
          </p:cNvPr>
          <p:cNvSpPr txBox="1"/>
          <p:nvPr/>
        </p:nvSpPr>
        <p:spPr>
          <a:xfrm>
            <a:off x="8578976" y="5346191"/>
            <a:ext cx="327964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Anova output </a:t>
            </a:r>
            <a:r>
              <a:rPr lang="en-US" dirty="0"/>
              <a:t>gives a p-value = </a:t>
            </a:r>
            <a:r>
              <a:rPr lang="en-US"/>
              <a:t>0.4218 suggesting that there are no overall regional effects </a:t>
            </a:r>
          </a:p>
        </p:txBody>
      </p:sp>
      <p:sp>
        <p:nvSpPr>
          <p:cNvPr id="4" name="Rectangle 3">
            <a:extLst>
              <a:ext uri="{FF2B5EF4-FFF2-40B4-BE49-F238E27FC236}">
                <a16:creationId xmlns:a16="http://schemas.microsoft.com/office/drawing/2014/main" id="{C079A19D-26C9-181C-A3F0-F27025FC4E67}"/>
              </a:ext>
            </a:extLst>
          </p:cNvPr>
          <p:cNvSpPr/>
          <p:nvPr/>
        </p:nvSpPr>
        <p:spPr>
          <a:xfrm>
            <a:off x="8565641" y="5334762"/>
            <a:ext cx="3278505" cy="1055370"/>
          </a:xfrm>
          <a:prstGeom prst="rect">
            <a:avLst/>
          </a:pr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6D08B8E-AA44-F0D1-4650-50EA94291EEB}"/>
              </a:ext>
            </a:extLst>
          </p:cNvPr>
          <p:cNvSpPr/>
          <p:nvPr/>
        </p:nvSpPr>
        <p:spPr>
          <a:xfrm>
            <a:off x="5269229" y="2037969"/>
            <a:ext cx="3047237" cy="1679448"/>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0FF613F-A862-3A45-7757-90780EB5C6F0}"/>
              </a:ext>
            </a:extLst>
          </p:cNvPr>
          <p:cNvSpPr/>
          <p:nvPr/>
        </p:nvSpPr>
        <p:spPr>
          <a:xfrm>
            <a:off x="8574404" y="2037969"/>
            <a:ext cx="3037712" cy="1679448"/>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6446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6DF33-138F-4E1B-BD5C-6C36D0671CFA}"/>
              </a:ext>
            </a:extLst>
          </p:cNvPr>
          <p:cNvSpPr>
            <a:spLocks noGrp="1"/>
          </p:cNvSpPr>
          <p:nvPr>
            <p:ph type="title"/>
          </p:nvPr>
        </p:nvSpPr>
        <p:spPr/>
        <p:txBody>
          <a:bodyPr/>
          <a:lstStyle/>
          <a:p>
            <a:r>
              <a:rPr lang="en-US"/>
              <a:t>Methodology</a:t>
            </a:r>
            <a:r>
              <a:rPr lang="en-US" dirty="0"/>
              <a:t> – </a:t>
            </a:r>
            <a:r>
              <a:rPr lang="en-US"/>
              <a:t>Lyndsey Harris</a:t>
            </a:r>
            <a:endParaRPr lang="en-US" dirty="0"/>
          </a:p>
        </p:txBody>
      </p:sp>
      <p:pic>
        <p:nvPicPr>
          <p:cNvPr id="4" name="Content Placeholder 3" descr="A graph with a red line&#10;&#10;AI-generated content may be incorrect.">
            <a:extLst>
              <a:ext uri="{FF2B5EF4-FFF2-40B4-BE49-F238E27FC236}">
                <a16:creationId xmlns:a16="http://schemas.microsoft.com/office/drawing/2014/main" id="{BC943AB7-2130-BBC6-6597-D98AA28580C1}"/>
              </a:ext>
            </a:extLst>
          </p:cNvPr>
          <p:cNvPicPr>
            <a:picLocks noGrp="1" noChangeAspect="1"/>
          </p:cNvPicPr>
          <p:nvPr>
            <p:ph idx="1"/>
          </p:nvPr>
        </p:nvPicPr>
        <p:blipFill>
          <a:blip r:embed="rId2"/>
          <a:stretch>
            <a:fillRect/>
          </a:stretch>
        </p:blipFill>
        <p:spPr>
          <a:xfrm>
            <a:off x="4643437" y="1876522"/>
            <a:ext cx="3543300" cy="2514600"/>
          </a:xfrm>
          <a:prstGeom prst="rect">
            <a:avLst/>
          </a:prstGeom>
        </p:spPr>
      </p:pic>
      <p:pic>
        <p:nvPicPr>
          <p:cNvPr id="5" name="Picture 4" descr="A graph of a graph&#10;&#10;AI-generated content may be incorrect.">
            <a:extLst>
              <a:ext uri="{FF2B5EF4-FFF2-40B4-BE49-F238E27FC236}">
                <a16:creationId xmlns:a16="http://schemas.microsoft.com/office/drawing/2014/main" id="{CA592CF7-272E-3A21-F9D7-9978970A002C}"/>
              </a:ext>
            </a:extLst>
          </p:cNvPr>
          <p:cNvPicPr>
            <a:picLocks noChangeAspect="1"/>
          </p:cNvPicPr>
          <p:nvPr/>
        </p:nvPicPr>
        <p:blipFill>
          <a:blip r:embed="rId3"/>
          <a:stretch>
            <a:fillRect/>
          </a:stretch>
        </p:blipFill>
        <p:spPr>
          <a:xfrm>
            <a:off x="8181975" y="1876425"/>
            <a:ext cx="3952875" cy="2514600"/>
          </a:xfrm>
          <a:prstGeom prst="rect">
            <a:avLst/>
          </a:prstGeom>
        </p:spPr>
      </p:pic>
      <p:pic>
        <p:nvPicPr>
          <p:cNvPr id="6" name="Picture 5">
            <a:extLst>
              <a:ext uri="{FF2B5EF4-FFF2-40B4-BE49-F238E27FC236}">
                <a16:creationId xmlns:a16="http://schemas.microsoft.com/office/drawing/2014/main" id="{52AE7F9C-30E2-9725-A38E-305D75098FCE}"/>
              </a:ext>
            </a:extLst>
          </p:cNvPr>
          <p:cNvPicPr>
            <a:picLocks noChangeAspect="1"/>
          </p:cNvPicPr>
          <p:nvPr/>
        </p:nvPicPr>
        <p:blipFill>
          <a:blip r:embed="rId4"/>
          <a:stretch>
            <a:fillRect/>
          </a:stretch>
        </p:blipFill>
        <p:spPr>
          <a:xfrm>
            <a:off x="8181975" y="4362450"/>
            <a:ext cx="3914775" cy="2495550"/>
          </a:xfrm>
          <a:prstGeom prst="rect">
            <a:avLst/>
          </a:prstGeom>
        </p:spPr>
      </p:pic>
      <p:pic>
        <p:nvPicPr>
          <p:cNvPr id="7" name="Picture 6">
            <a:extLst>
              <a:ext uri="{FF2B5EF4-FFF2-40B4-BE49-F238E27FC236}">
                <a16:creationId xmlns:a16="http://schemas.microsoft.com/office/drawing/2014/main" id="{51FB0A66-FF50-F618-8156-7DB473EC1F5A}"/>
              </a:ext>
            </a:extLst>
          </p:cNvPr>
          <p:cNvPicPr>
            <a:picLocks noChangeAspect="1"/>
          </p:cNvPicPr>
          <p:nvPr/>
        </p:nvPicPr>
        <p:blipFill>
          <a:blip r:embed="rId5"/>
          <a:stretch>
            <a:fillRect/>
          </a:stretch>
        </p:blipFill>
        <p:spPr>
          <a:xfrm>
            <a:off x="4638675" y="4333875"/>
            <a:ext cx="3762375" cy="2524125"/>
          </a:xfrm>
          <a:prstGeom prst="rect">
            <a:avLst/>
          </a:prstGeom>
        </p:spPr>
      </p:pic>
      <p:sp>
        <p:nvSpPr>
          <p:cNvPr id="9" name="TextBox 8">
            <a:extLst>
              <a:ext uri="{FF2B5EF4-FFF2-40B4-BE49-F238E27FC236}">
                <a16:creationId xmlns:a16="http://schemas.microsoft.com/office/drawing/2014/main" id="{A97AE2C0-510C-238A-00F9-8885D0FCCA74}"/>
              </a:ext>
            </a:extLst>
          </p:cNvPr>
          <p:cNvSpPr txBox="1"/>
          <p:nvPr/>
        </p:nvSpPr>
        <p:spPr>
          <a:xfrm>
            <a:off x="419100" y="2019300"/>
            <a:ext cx="4010025"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800" baseline="0">
                <a:latin typeface="Gill Sans MT"/>
                <a:ea typeface="Segoe UI"/>
                <a:cs typeface="Segoe UI"/>
              </a:rPr>
              <a:t>Initial Regression Model:</a:t>
            </a:r>
            <a:r>
              <a:rPr lang="en-US" sz="1800">
                <a:latin typeface="Gill Sans MT"/>
                <a:ea typeface="Segoe UI"/>
                <a:cs typeface="Segoe UI"/>
              </a:rPr>
              <a:t>​</a:t>
            </a:r>
            <a:endParaRPr lang="en-US"/>
          </a:p>
          <a:p>
            <a:pPr marL="285750" indent="-285750">
              <a:buFont typeface="Arial,Sans-Serif"/>
              <a:buChar char="•"/>
            </a:pPr>
            <a:r>
              <a:rPr lang="en-US" err="1">
                <a:ea typeface="+mn-lt"/>
                <a:cs typeface="+mn-lt"/>
              </a:rPr>
              <a:t>model_full</a:t>
            </a:r>
            <a:r>
              <a:rPr lang="en-US">
                <a:ea typeface="+mn-lt"/>
                <a:cs typeface="+mn-lt"/>
              </a:rPr>
              <a:t> &lt;- </a:t>
            </a:r>
            <a:r>
              <a:rPr lang="en-US" dirty="0" err="1">
                <a:ea typeface="+mn-lt"/>
                <a:cs typeface="+mn-lt"/>
              </a:rPr>
              <a:t>lm</a:t>
            </a:r>
            <a:r>
              <a:rPr lang="en-US">
                <a:ea typeface="+mn-lt"/>
                <a:cs typeface="+mn-lt"/>
              </a:rPr>
              <a:t>(price ~ </a:t>
            </a:r>
            <a:r>
              <a:rPr lang="en-US" dirty="0" err="1">
                <a:ea typeface="+mn-lt"/>
                <a:cs typeface="+mn-lt"/>
              </a:rPr>
              <a:t>satisfaction_score</a:t>
            </a:r>
            <a:r>
              <a:rPr lang="en-US">
                <a:ea typeface="+mn-lt"/>
                <a:cs typeface="+mn-lt"/>
              </a:rPr>
              <a:t> + </a:t>
            </a:r>
            <a:r>
              <a:rPr lang="en-US" dirty="0" err="1">
                <a:ea typeface="+mn-lt"/>
                <a:cs typeface="+mn-lt"/>
              </a:rPr>
              <a:t>neighbourhood_rating</a:t>
            </a:r>
            <a:r>
              <a:rPr lang="en-US">
                <a:ea typeface="+mn-lt"/>
                <a:cs typeface="+mn-lt"/>
              </a:rPr>
              <a:t> + </a:t>
            </a:r>
            <a:r>
              <a:rPr lang="en-US" dirty="0" err="1">
                <a:ea typeface="+mn-lt"/>
                <a:cs typeface="+mn-lt"/>
              </a:rPr>
              <a:t>connectivity_score</a:t>
            </a:r>
            <a:r>
              <a:rPr lang="en-US">
                <a:ea typeface="+mn-lt"/>
                <a:cs typeface="+mn-lt"/>
              </a:rPr>
              <a:t> + decision </a:t>
            </a:r>
            <a:r>
              <a:rPr lang="en-US" dirty="0">
                <a:ea typeface="+mn-lt"/>
                <a:cs typeface="+mn-lt"/>
              </a:rPr>
              <a:t>+ </a:t>
            </a:r>
            <a:r>
              <a:rPr lang="en-US" err="1">
                <a:ea typeface="+mn-lt"/>
                <a:cs typeface="+mn-lt"/>
              </a:rPr>
              <a:t>connectivity_score</a:t>
            </a:r>
            <a:r>
              <a:rPr lang="en-US">
                <a:ea typeface="+mn-lt"/>
                <a:cs typeface="+mn-lt"/>
              </a:rPr>
              <a:t> * </a:t>
            </a:r>
            <a:r>
              <a:rPr lang="en-US" err="1">
                <a:ea typeface="+mn-lt"/>
                <a:cs typeface="+mn-lt"/>
              </a:rPr>
              <a:t>neighbourhood_rating</a:t>
            </a:r>
            <a:r>
              <a:rPr lang="en-US">
                <a:ea typeface="+mn-lt"/>
                <a:cs typeface="+mn-lt"/>
              </a:rPr>
              <a:t> + </a:t>
            </a:r>
            <a:r>
              <a:rPr lang="en-US" err="1">
                <a:ea typeface="+mn-lt"/>
                <a:cs typeface="+mn-lt"/>
              </a:rPr>
              <a:t>connectivity_score</a:t>
            </a:r>
            <a:r>
              <a:rPr lang="en-US">
                <a:ea typeface="+mn-lt"/>
                <a:cs typeface="+mn-lt"/>
              </a:rPr>
              <a:t> * decision,</a:t>
            </a:r>
            <a:endParaRPr lang="en-US"/>
          </a:p>
          <a:p>
            <a:r>
              <a:rPr lang="en-US">
                <a:ea typeface="+mn-lt"/>
                <a:cs typeface="+mn-lt"/>
              </a:rPr>
              <a:t>  data = </a:t>
            </a:r>
            <a:r>
              <a:rPr lang="en-US" dirty="0" err="1">
                <a:ea typeface="+mn-lt"/>
                <a:cs typeface="+mn-lt"/>
              </a:rPr>
              <a:t>df_small</a:t>
            </a:r>
            <a:r>
              <a:rPr lang="en-US">
                <a:ea typeface="+mn-lt"/>
                <a:cs typeface="+mn-lt"/>
              </a:rPr>
              <a:t>)</a:t>
            </a:r>
            <a:endParaRPr lang="en-US"/>
          </a:p>
          <a:p>
            <a:endParaRPr lang="en-US" dirty="0">
              <a:latin typeface="Gill Sans MT"/>
              <a:ea typeface="Segoe UI"/>
              <a:cs typeface="Segoe UI"/>
            </a:endParaRPr>
          </a:p>
          <a:p>
            <a:endParaRPr lang="en-US" sz="1800" dirty="0">
              <a:latin typeface="Gill Sans MT"/>
              <a:ea typeface="Segoe UI"/>
              <a:cs typeface="Segoe UI"/>
            </a:endParaRPr>
          </a:p>
          <a:p>
            <a:pPr rtl="0"/>
            <a:r>
              <a:rPr lang="en-US" sz="1800" baseline="0">
                <a:latin typeface="Gill Sans MT"/>
                <a:ea typeface="Segoe UI"/>
                <a:cs typeface="Segoe UI"/>
              </a:rPr>
              <a:t>There were signs of</a:t>
            </a:r>
            <a:r>
              <a:rPr lang="en-US" sz="1800">
                <a:latin typeface="Gill Sans MT"/>
                <a:ea typeface="Segoe UI"/>
                <a:cs typeface="Segoe UI"/>
              </a:rPr>
              <a:t>​</a:t>
            </a:r>
            <a:endParaRPr lang="en-US" sz="1800" dirty="0">
              <a:latin typeface="Gill Sans MT"/>
              <a:ea typeface="Segoe UI"/>
              <a:cs typeface="Segoe UI"/>
            </a:endParaRPr>
          </a:p>
          <a:p>
            <a:pPr marL="285750" lvl="0" indent="-285750" rtl="0">
              <a:buFont typeface="Arial,Sans-Serif"/>
              <a:buChar char="•"/>
            </a:pPr>
            <a:r>
              <a:rPr lang="en-US" sz="1800" baseline="0">
                <a:latin typeface="Gill Sans MT"/>
                <a:ea typeface="Arial"/>
                <a:cs typeface="Arial"/>
              </a:rPr>
              <a:t>Large amounts of outliers</a:t>
            </a:r>
            <a:r>
              <a:rPr lang="en-US" sz="1800">
                <a:latin typeface="Gill Sans MT"/>
                <a:ea typeface="Arial"/>
                <a:cs typeface="Arial"/>
              </a:rPr>
              <a:t>​</a:t>
            </a:r>
            <a:endParaRPr lang="en-US" sz="1800" dirty="0">
              <a:latin typeface="Gill Sans MT"/>
              <a:ea typeface="Arial"/>
              <a:cs typeface="Arial"/>
            </a:endParaRPr>
          </a:p>
          <a:p>
            <a:pPr marL="285750" indent="-285750">
              <a:buFont typeface="Arial,Sans-Serif"/>
              <a:buChar char="•"/>
            </a:pPr>
            <a:r>
              <a:rPr lang="en-US">
                <a:latin typeface="Gill Sans MT"/>
                <a:ea typeface="Segoe UI"/>
                <a:cs typeface="Arial"/>
              </a:rPr>
              <a:t>Non-normal residuals</a:t>
            </a:r>
            <a:endParaRPr lang="en-US" dirty="0">
              <a:latin typeface="Gill Sans MT"/>
              <a:ea typeface="Segoe UI"/>
              <a:cs typeface="Arial"/>
            </a:endParaRPr>
          </a:p>
          <a:p>
            <a:pPr marL="285750" indent="-285750">
              <a:buFont typeface="Arial,Sans-Serif"/>
              <a:buChar char="•"/>
            </a:pPr>
            <a:r>
              <a:rPr lang="en-US">
                <a:latin typeface="Gill Sans MT"/>
                <a:ea typeface="Segoe UI"/>
                <a:cs typeface="Arial"/>
              </a:rPr>
              <a:t>Potential influential points</a:t>
            </a:r>
            <a:endParaRPr lang="en-US" dirty="0">
              <a:latin typeface="Gill Sans MT"/>
              <a:ea typeface="Segoe UI"/>
              <a:cs typeface="Arial"/>
            </a:endParaRPr>
          </a:p>
          <a:p>
            <a:pPr rtl="0"/>
            <a:r>
              <a:rPr lang="en-US" sz="1800">
                <a:latin typeface="Gill Sans MT"/>
                <a:ea typeface="Segoe UI"/>
                <a:cs typeface="Segoe UI"/>
              </a:rPr>
              <a:t>​</a:t>
            </a:r>
            <a:endParaRPr lang="en-US" sz="1800" dirty="0">
              <a:latin typeface="Gill Sans MT"/>
              <a:ea typeface="Segoe UI"/>
              <a:cs typeface="Segoe UI"/>
            </a:endParaRPr>
          </a:p>
          <a:p>
            <a:pPr rtl="0"/>
            <a:r>
              <a:rPr lang="en-US" sz="1800">
                <a:latin typeface="Gill Sans MT"/>
                <a:ea typeface="Segoe UI"/>
                <a:cs typeface="Segoe UI"/>
              </a:rPr>
              <a:t>​</a:t>
            </a:r>
            <a:endParaRPr lang="en-US" sz="1800" dirty="0">
              <a:latin typeface="Gill Sans MT"/>
              <a:ea typeface="Segoe UI"/>
              <a:cs typeface="Segoe UI"/>
            </a:endParaRPr>
          </a:p>
          <a:p>
            <a:pPr algn="ctr"/>
            <a:endParaRPr lang="en-US"/>
          </a:p>
        </p:txBody>
      </p:sp>
    </p:spTree>
    <p:extLst>
      <p:ext uri="{BB962C8B-B14F-4D97-AF65-F5344CB8AC3E}">
        <p14:creationId xmlns:p14="http://schemas.microsoft.com/office/powerpoint/2010/main" val="23307181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18F81-A658-907A-96E0-F1E5B81892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30BD87-4944-F3C8-DACC-BF495BBB6047}"/>
              </a:ext>
            </a:extLst>
          </p:cNvPr>
          <p:cNvSpPr>
            <a:spLocks noGrp="1"/>
          </p:cNvSpPr>
          <p:nvPr>
            <p:ph type="title"/>
          </p:nvPr>
        </p:nvSpPr>
        <p:spPr/>
        <p:txBody>
          <a:bodyPr/>
          <a:lstStyle/>
          <a:p>
            <a:r>
              <a:rPr lang="en-US"/>
              <a:t>Results</a:t>
            </a:r>
            <a:r>
              <a:rPr lang="en-US" dirty="0"/>
              <a:t> – Lyndsey Harris</a:t>
            </a:r>
          </a:p>
        </p:txBody>
      </p:sp>
      <p:pic>
        <p:nvPicPr>
          <p:cNvPr id="8" name="Picture 7" descr="A graph with numbers and lines&#10;&#10;AI-generated content may be incorrect.">
            <a:extLst>
              <a:ext uri="{FF2B5EF4-FFF2-40B4-BE49-F238E27FC236}">
                <a16:creationId xmlns:a16="http://schemas.microsoft.com/office/drawing/2014/main" id="{4B4A7C96-0737-7310-4853-35E2E8C0E229}"/>
              </a:ext>
            </a:extLst>
          </p:cNvPr>
          <p:cNvPicPr>
            <a:picLocks noChangeAspect="1"/>
          </p:cNvPicPr>
          <p:nvPr/>
        </p:nvPicPr>
        <p:blipFill>
          <a:blip r:embed="rId2"/>
          <a:stretch>
            <a:fillRect/>
          </a:stretch>
        </p:blipFill>
        <p:spPr>
          <a:xfrm>
            <a:off x="8506566" y="1893786"/>
            <a:ext cx="3640393" cy="2861495"/>
          </a:xfrm>
          <a:prstGeom prst="rect">
            <a:avLst/>
          </a:prstGeom>
        </p:spPr>
      </p:pic>
      <p:pic>
        <p:nvPicPr>
          <p:cNvPr id="12" name="Content Placeholder 11" descr="A graph with a red line&#10;&#10;AI-generated content may be incorrect.">
            <a:extLst>
              <a:ext uri="{FF2B5EF4-FFF2-40B4-BE49-F238E27FC236}">
                <a16:creationId xmlns:a16="http://schemas.microsoft.com/office/drawing/2014/main" id="{F2A8B92B-36F1-8D73-357A-8175C378B52E}"/>
              </a:ext>
            </a:extLst>
          </p:cNvPr>
          <p:cNvPicPr>
            <a:picLocks noGrp="1" noChangeAspect="1"/>
          </p:cNvPicPr>
          <p:nvPr>
            <p:ph idx="1"/>
          </p:nvPr>
        </p:nvPicPr>
        <p:blipFill>
          <a:blip r:embed="rId3"/>
          <a:stretch>
            <a:fillRect/>
          </a:stretch>
        </p:blipFill>
        <p:spPr>
          <a:xfrm>
            <a:off x="4895543" y="2006401"/>
            <a:ext cx="3414866" cy="2337293"/>
          </a:xfrm>
          <a:prstGeom prst="rect">
            <a:avLst/>
          </a:prstGeom>
        </p:spPr>
      </p:pic>
      <p:pic>
        <p:nvPicPr>
          <p:cNvPr id="13" name="Picture 12" descr="A graph with lines and text&#10;&#10;AI-generated content may be incorrect.">
            <a:extLst>
              <a:ext uri="{FF2B5EF4-FFF2-40B4-BE49-F238E27FC236}">
                <a16:creationId xmlns:a16="http://schemas.microsoft.com/office/drawing/2014/main" id="{672AF144-AC4A-5D63-FF5B-B075245FD6ED}"/>
              </a:ext>
            </a:extLst>
          </p:cNvPr>
          <p:cNvPicPr>
            <a:picLocks noChangeAspect="1"/>
          </p:cNvPicPr>
          <p:nvPr/>
        </p:nvPicPr>
        <p:blipFill>
          <a:blip r:embed="rId4"/>
          <a:stretch>
            <a:fillRect/>
          </a:stretch>
        </p:blipFill>
        <p:spPr>
          <a:xfrm>
            <a:off x="8947790" y="4351850"/>
            <a:ext cx="3200400" cy="2505075"/>
          </a:xfrm>
          <a:prstGeom prst="rect">
            <a:avLst/>
          </a:prstGeom>
        </p:spPr>
      </p:pic>
      <p:pic>
        <p:nvPicPr>
          <p:cNvPr id="14" name="Picture 13" descr="A graph with blue dots and a red line&#10;&#10;AI-generated content may be incorrect.">
            <a:extLst>
              <a:ext uri="{FF2B5EF4-FFF2-40B4-BE49-F238E27FC236}">
                <a16:creationId xmlns:a16="http://schemas.microsoft.com/office/drawing/2014/main" id="{040256AA-F478-4EE3-2DA3-8340384E0E40}"/>
              </a:ext>
            </a:extLst>
          </p:cNvPr>
          <p:cNvPicPr>
            <a:picLocks noChangeAspect="1"/>
          </p:cNvPicPr>
          <p:nvPr/>
        </p:nvPicPr>
        <p:blipFill>
          <a:blip r:embed="rId5"/>
          <a:stretch>
            <a:fillRect/>
          </a:stretch>
        </p:blipFill>
        <p:spPr>
          <a:xfrm>
            <a:off x="5070670" y="4349870"/>
            <a:ext cx="3240650" cy="2513370"/>
          </a:xfrm>
          <a:prstGeom prst="rect">
            <a:avLst/>
          </a:prstGeom>
        </p:spPr>
      </p:pic>
      <p:sp>
        <p:nvSpPr>
          <p:cNvPr id="16" name="TextBox 15">
            <a:extLst>
              <a:ext uri="{FF2B5EF4-FFF2-40B4-BE49-F238E27FC236}">
                <a16:creationId xmlns:a16="http://schemas.microsoft.com/office/drawing/2014/main" id="{68BD7CB8-3717-B18A-DBAF-1D645F1CE2B9}"/>
              </a:ext>
            </a:extLst>
          </p:cNvPr>
          <p:cNvSpPr txBox="1"/>
          <p:nvPr/>
        </p:nvSpPr>
        <p:spPr>
          <a:xfrm>
            <a:off x="283412" y="2009045"/>
            <a:ext cx="4418201"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Log Transformation Applied</a:t>
            </a:r>
            <a:endParaRPr lang="en-US"/>
          </a:p>
          <a:p>
            <a:pPr marL="285750" indent="-285750">
              <a:buFont typeface="Arial"/>
              <a:buChar char="•"/>
            </a:pPr>
            <a:r>
              <a:rPr lang="en-US">
                <a:ea typeface="+mn-lt"/>
                <a:cs typeface="+mn-lt"/>
              </a:rPr>
              <a:t>House price log-transformed to address non-normality and heteroscedasticity.</a:t>
            </a:r>
            <a:endParaRPr lang="en-US"/>
          </a:p>
          <a:p>
            <a:pPr marL="285750" indent="-285750">
              <a:buFont typeface="Arial"/>
              <a:buChar char="•"/>
            </a:pPr>
            <a:r>
              <a:rPr lang="en-US">
                <a:ea typeface="+mn-lt"/>
                <a:cs typeface="+mn-lt"/>
              </a:rPr>
              <a:t>Model re-fitted after transformation.</a:t>
            </a:r>
            <a:endParaRPr lang="en-US"/>
          </a:p>
          <a:p>
            <a:endParaRPr lang="en-US" dirty="0">
              <a:ea typeface="+mn-lt"/>
              <a:cs typeface="+mn-lt"/>
            </a:endParaRPr>
          </a:p>
          <a:p>
            <a:r>
              <a:rPr lang="en-US" dirty="0">
                <a:ea typeface="+mn-lt"/>
                <a:cs typeface="+mn-lt"/>
              </a:rPr>
              <a:t>Final Model Diagnostics</a:t>
            </a:r>
            <a:endParaRPr lang="en-US"/>
          </a:p>
          <a:p>
            <a:pPr marL="285750" indent="-285750">
              <a:buFont typeface="Arial"/>
              <a:buChar char="•"/>
            </a:pPr>
            <a:r>
              <a:rPr lang="en-US" dirty="0">
                <a:ea typeface="+mn-lt"/>
                <a:cs typeface="+mn-lt"/>
              </a:rPr>
              <a:t>Residuals vs Fitted</a:t>
            </a:r>
            <a:r>
              <a:rPr lang="en-US">
                <a:ea typeface="+mn-lt"/>
                <a:cs typeface="+mn-lt"/>
              </a:rPr>
              <a:t>: Residuals evenly scattered → improved linearity and homoscedasticity.</a:t>
            </a:r>
            <a:endParaRPr lang="en-US"/>
          </a:p>
          <a:p>
            <a:pPr marL="285750" indent="-285750">
              <a:buFont typeface="Arial"/>
              <a:buChar char="•"/>
            </a:pPr>
            <a:r>
              <a:rPr lang="en-US" dirty="0">
                <a:ea typeface="+mn-lt"/>
                <a:cs typeface="+mn-lt"/>
              </a:rPr>
              <a:t>Normal Q-Q</a:t>
            </a:r>
            <a:r>
              <a:rPr lang="en-US">
                <a:ea typeface="+mn-lt"/>
                <a:cs typeface="+mn-lt"/>
              </a:rPr>
              <a:t>: Closer to diagonal </a:t>
            </a:r>
            <a:r>
              <a:rPr lang="en-US" dirty="0">
                <a:ea typeface="+mn-lt"/>
                <a:cs typeface="+mn-lt"/>
              </a:rPr>
              <a:t>→ </a:t>
            </a:r>
            <a:r>
              <a:rPr lang="en-US">
                <a:ea typeface="+mn-lt"/>
                <a:cs typeface="+mn-lt"/>
              </a:rPr>
              <a:t>improved normality</a:t>
            </a:r>
            <a:endParaRPr lang="en-US" dirty="0">
              <a:ea typeface="+mn-lt"/>
              <a:cs typeface="+mn-lt"/>
            </a:endParaRPr>
          </a:p>
          <a:p>
            <a:pPr marL="285750" indent="-285750">
              <a:buFont typeface="Arial"/>
              <a:buChar char="•"/>
            </a:pPr>
            <a:r>
              <a:rPr lang="en-US" dirty="0">
                <a:ea typeface="+mn-lt"/>
                <a:cs typeface="+mn-lt"/>
              </a:rPr>
              <a:t>Cook’s Distance</a:t>
            </a:r>
            <a:r>
              <a:rPr lang="en-US">
                <a:ea typeface="+mn-lt"/>
                <a:cs typeface="+mn-lt"/>
              </a:rPr>
              <a:t>: No extreme influential points after removal; all below cutoff.</a:t>
            </a:r>
            <a:endParaRPr lang="en-US"/>
          </a:p>
          <a:p>
            <a:pPr marL="285750" indent="-285750">
              <a:buFont typeface="Arial"/>
              <a:buChar char="•"/>
            </a:pPr>
            <a:r>
              <a:rPr lang="en-US" dirty="0">
                <a:ea typeface="+mn-lt"/>
                <a:cs typeface="+mn-lt"/>
              </a:rPr>
              <a:t>Leverage Values</a:t>
            </a:r>
            <a:r>
              <a:rPr lang="en-US">
                <a:ea typeface="+mn-lt"/>
                <a:cs typeface="+mn-lt"/>
              </a:rPr>
              <a:t>: Most observations low leverage; none exceed the threshold.</a:t>
            </a:r>
            <a:endParaRPr lang="en-US"/>
          </a:p>
        </p:txBody>
      </p:sp>
    </p:spTree>
    <p:extLst>
      <p:ext uri="{BB962C8B-B14F-4D97-AF65-F5344CB8AC3E}">
        <p14:creationId xmlns:p14="http://schemas.microsoft.com/office/powerpoint/2010/main" val="3005378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with black dots&#10;&#10;AI-generated content may be incorrect.">
            <a:extLst>
              <a:ext uri="{FF2B5EF4-FFF2-40B4-BE49-F238E27FC236}">
                <a16:creationId xmlns:a16="http://schemas.microsoft.com/office/drawing/2014/main" id="{99597B58-881B-D768-D5E4-737B71CE5C14}"/>
              </a:ext>
            </a:extLst>
          </p:cNvPr>
          <p:cNvPicPr>
            <a:picLocks/>
          </p:cNvPicPr>
          <p:nvPr/>
        </p:nvPicPr>
        <p:blipFill>
          <a:blip r:embed="rId2"/>
          <a:stretch>
            <a:fillRect/>
          </a:stretch>
        </p:blipFill>
        <p:spPr>
          <a:xfrm>
            <a:off x="5816454" y="2277295"/>
            <a:ext cx="2898875" cy="2118493"/>
          </a:xfrm>
          <a:prstGeom prst="rect">
            <a:avLst/>
          </a:prstGeom>
          <a:ln>
            <a:solidFill>
              <a:schemeClr val="accent6"/>
            </a:solidFill>
          </a:ln>
        </p:spPr>
      </p:pic>
      <p:pic>
        <p:nvPicPr>
          <p:cNvPr id="6" name="Picture 5">
            <a:extLst>
              <a:ext uri="{FF2B5EF4-FFF2-40B4-BE49-F238E27FC236}">
                <a16:creationId xmlns:a16="http://schemas.microsoft.com/office/drawing/2014/main" id="{D1916EBC-6AD9-F46F-0CF3-8ED59F2CB60E}"/>
              </a:ext>
            </a:extLst>
          </p:cNvPr>
          <p:cNvPicPr>
            <a:picLocks noChangeAspect="1"/>
          </p:cNvPicPr>
          <p:nvPr/>
        </p:nvPicPr>
        <p:blipFill>
          <a:blip r:embed="rId3"/>
          <a:stretch>
            <a:fillRect/>
          </a:stretch>
        </p:blipFill>
        <p:spPr>
          <a:xfrm>
            <a:off x="5419725" y="4395788"/>
            <a:ext cx="3295650" cy="2457450"/>
          </a:xfrm>
          <a:prstGeom prst="rect">
            <a:avLst/>
          </a:prstGeom>
          <a:ln>
            <a:solidFill>
              <a:schemeClr val="accent6"/>
            </a:solidFill>
          </a:ln>
        </p:spPr>
      </p:pic>
      <p:sp>
        <p:nvSpPr>
          <p:cNvPr id="2" name="Title 1">
            <a:extLst>
              <a:ext uri="{FF2B5EF4-FFF2-40B4-BE49-F238E27FC236}">
                <a16:creationId xmlns:a16="http://schemas.microsoft.com/office/drawing/2014/main" id="{3CDC7DD0-0B23-0736-92BF-FA12F171BE2C}"/>
              </a:ext>
            </a:extLst>
          </p:cNvPr>
          <p:cNvSpPr>
            <a:spLocks noGrp="1"/>
          </p:cNvSpPr>
          <p:nvPr>
            <p:ph type="title"/>
          </p:nvPr>
        </p:nvSpPr>
        <p:spPr/>
        <p:txBody>
          <a:bodyPr/>
          <a:lstStyle/>
          <a:p>
            <a:r>
              <a:rPr lang="en-US" dirty="0"/>
              <a:t>Methodology – Rahmi </a:t>
            </a:r>
            <a:r>
              <a:rPr lang="en-US" dirty="0" err="1"/>
              <a:t>azzahra</a:t>
            </a:r>
          </a:p>
        </p:txBody>
      </p:sp>
      <p:sp>
        <p:nvSpPr>
          <p:cNvPr id="5" name="TextBox 4">
            <a:extLst>
              <a:ext uri="{FF2B5EF4-FFF2-40B4-BE49-F238E27FC236}">
                <a16:creationId xmlns:a16="http://schemas.microsoft.com/office/drawing/2014/main" id="{26F96B13-15BE-C329-63C4-A165656A44F0}"/>
              </a:ext>
            </a:extLst>
          </p:cNvPr>
          <p:cNvSpPr txBox="1"/>
          <p:nvPr/>
        </p:nvSpPr>
        <p:spPr>
          <a:xfrm>
            <a:off x="141906" y="1941001"/>
            <a:ext cx="5232293"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Gill Sans MT"/>
                <a:ea typeface="Times New Roman"/>
                <a:cs typeface="Times New Roman"/>
              </a:rPr>
              <a:t>Model: </a:t>
            </a:r>
            <a:endParaRPr lang="en-US" dirty="0">
              <a:latin typeface="Gill Sans MT"/>
            </a:endParaRPr>
          </a:p>
          <a:p>
            <a:r>
              <a:rPr lang="en-US" sz="1600" dirty="0">
                <a:ea typeface="+mn-lt"/>
                <a:cs typeface="+mn-lt"/>
              </a:rPr>
              <a:t>Full model &lt;-</a:t>
            </a:r>
            <a:r>
              <a:rPr lang="en-US" sz="1600" err="1">
                <a:ea typeface="+mn-lt"/>
                <a:cs typeface="+mn-lt"/>
              </a:rPr>
              <a:t>lm</a:t>
            </a:r>
            <a:r>
              <a:rPr lang="en-US" sz="1600" dirty="0">
                <a:ea typeface="+mn-lt"/>
                <a:cs typeface="+mn-lt"/>
              </a:rPr>
              <a:t>(price ~ </a:t>
            </a:r>
            <a:r>
              <a:rPr lang="en-US" sz="1600" err="1">
                <a:ea typeface="+mn-lt"/>
                <a:cs typeface="+mn-lt"/>
              </a:rPr>
              <a:t>customer_salary</a:t>
            </a:r>
            <a:r>
              <a:rPr lang="en-US" sz="1600" dirty="0">
                <a:ea typeface="+mn-lt"/>
                <a:cs typeface="+mn-lt"/>
              </a:rPr>
              <a:t> + </a:t>
            </a:r>
            <a:r>
              <a:rPr lang="en-US" sz="1600" err="1">
                <a:ea typeface="+mn-lt"/>
                <a:cs typeface="+mn-lt"/>
              </a:rPr>
              <a:t>monthly_expenses</a:t>
            </a:r>
            <a:r>
              <a:rPr lang="en-US" sz="1600" dirty="0">
                <a:ea typeface="+mn-lt"/>
                <a:cs typeface="+mn-lt"/>
              </a:rPr>
              <a:t> + </a:t>
            </a:r>
            <a:r>
              <a:rPr lang="en-US" sz="1600" err="1">
                <a:ea typeface="+mn-lt"/>
                <a:cs typeface="+mn-lt"/>
              </a:rPr>
              <a:t>emi_to_income_ratio</a:t>
            </a:r>
            <a:r>
              <a:rPr lang="en-US" sz="1600" dirty="0">
                <a:ea typeface="+mn-lt"/>
                <a:cs typeface="+mn-lt"/>
              </a:rPr>
              <a:t>, data = </a:t>
            </a:r>
            <a:r>
              <a:rPr lang="en-US" sz="1600" err="1">
                <a:ea typeface="+mn-lt"/>
                <a:cs typeface="+mn-lt"/>
              </a:rPr>
              <a:t>df_small</a:t>
            </a:r>
            <a:r>
              <a:rPr lang="en-US" sz="1600" dirty="0">
                <a:ea typeface="+mn-lt"/>
                <a:cs typeface="+mn-lt"/>
              </a:rPr>
              <a:t>)</a:t>
            </a:r>
          </a:p>
          <a:p>
            <a:endParaRPr lang="en-US" dirty="0">
              <a:cs typeface="Times New Roman"/>
            </a:endParaRPr>
          </a:p>
        </p:txBody>
      </p:sp>
      <p:pic>
        <p:nvPicPr>
          <p:cNvPr id="8" name="Picture 7" descr="A graph with a line&#10;&#10;AI-generated content may be incorrect.">
            <a:extLst>
              <a:ext uri="{FF2B5EF4-FFF2-40B4-BE49-F238E27FC236}">
                <a16:creationId xmlns:a16="http://schemas.microsoft.com/office/drawing/2014/main" id="{7E90768B-A549-0870-5EBC-F7B7EB2396DC}"/>
              </a:ext>
            </a:extLst>
          </p:cNvPr>
          <p:cNvPicPr>
            <a:picLocks noChangeAspect="1"/>
          </p:cNvPicPr>
          <p:nvPr/>
        </p:nvPicPr>
        <p:blipFill>
          <a:blip r:embed="rId4"/>
          <a:stretch>
            <a:fillRect/>
          </a:stretch>
        </p:blipFill>
        <p:spPr>
          <a:xfrm>
            <a:off x="8872538" y="4474006"/>
            <a:ext cx="2743200" cy="2209800"/>
          </a:xfrm>
          <a:prstGeom prst="rect">
            <a:avLst/>
          </a:prstGeom>
          <a:ln>
            <a:solidFill>
              <a:schemeClr val="accent6"/>
            </a:solidFill>
          </a:ln>
        </p:spPr>
      </p:pic>
      <p:pic>
        <p:nvPicPr>
          <p:cNvPr id="9" name="Picture 8" descr="A graph of residuals&#10;&#10;AI-generated content may be incorrect.">
            <a:extLst>
              <a:ext uri="{FF2B5EF4-FFF2-40B4-BE49-F238E27FC236}">
                <a16:creationId xmlns:a16="http://schemas.microsoft.com/office/drawing/2014/main" id="{DB771DA0-E77D-A9FF-1D7E-8D008FE63818}"/>
              </a:ext>
            </a:extLst>
          </p:cNvPr>
          <p:cNvPicPr>
            <a:picLocks noChangeAspect="1"/>
          </p:cNvPicPr>
          <p:nvPr/>
        </p:nvPicPr>
        <p:blipFill>
          <a:blip r:embed="rId5"/>
          <a:stretch>
            <a:fillRect/>
          </a:stretch>
        </p:blipFill>
        <p:spPr>
          <a:xfrm>
            <a:off x="8863013" y="2286000"/>
            <a:ext cx="2752725" cy="2114550"/>
          </a:xfrm>
          <a:prstGeom prst="rect">
            <a:avLst/>
          </a:prstGeom>
          <a:ln>
            <a:solidFill>
              <a:schemeClr val="accent6"/>
            </a:solidFill>
          </a:ln>
        </p:spPr>
      </p:pic>
      <p:sp>
        <p:nvSpPr>
          <p:cNvPr id="4" name="TextBox 3">
            <a:extLst>
              <a:ext uri="{FF2B5EF4-FFF2-40B4-BE49-F238E27FC236}">
                <a16:creationId xmlns:a16="http://schemas.microsoft.com/office/drawing/2014/main" id="{2AC26364-7DB6-D6B1-0DA3-8B2E21841C0D}"/>
              </a:ext>
            </a:extLst>
          </p:cNvPr>
          <p:cNvSpPr txBox="1"/>
          <p:nvPr/>
        </p:nvSpPr>
        <p:spPr>
          <a:xfrm>
            <a:off x="139323" y="2958723"/>
            <a:ext cx="555517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Times New Roman"/>
              </a:rPr>
              <a:t>Diagnostics:</a:t>
            </a:r>
            <a:endParaRPr lang="en-US" dirty="0"/>
          </a:p>
          <a:p>
            <a:pPr marL="285750" indent="-285750">
              <a:buFont typeface="Calibri"/>
              <a:buChar char="-"/>
            </a:pPr>
            <a:r>
              <a:rPr lang="en-US" dirty="0">
                <a:cs typeface="Times New Roman"/>
              </a:rPr>
              <a:t>Linearity: non-linearity</a:t>
            </a:r>
          </a:p>
          <a:p>
            <a:pPr marL="285750" indent="-285750">
              <a:buFont typeface="Arial"/>
              <a:buChar char="•"/>
            </a:pPr>
            <a:r>
              <a:rPr lang="en-US" dirty="0">
                <a:cs typeface="Times New Roman"/>
              </a:rPr>
              <a:t>Normality: Shapiro-Wilk</a:t>
            </a:r>
            <a:br>
              <a:rPr lang="en-US" dirty="0">
                <a:cs typeface="Times New Roman"/>
              </a:rPr>
            </a:br>
            <a:r>
              <a:rPr lang="en-US" dirty="0">
                <a:cs typeface="Times New Roman"/>
              </a:rPr>
              <a:t>p = </a:t>
            </a:r>
            <a:r>
              <a:rPr lang="en-US" dirty="0">
                <a:ea typeface="+mn-lt"/>
                <a:cs typeface="+mn-lt"/>
              </a:rPr>
              <a:t>0.0003968</a:t>
            </a:r>
            <a:r>
              <a:rPr lang="en-US" dirty="0">
                <a:cs typeface="Times New Roman"/>
              </a:rPr>
              <a:t>&lt;0.05 (not normally distributed)</a:t>
            </a:r>
          </a:p>
          <a:p>
            <a:pPr marL="285750" indent="-285750">
              <a:buFont typeface="Calibri"/>
              <a:buChar char="-"/>
            </a:pPr>
            <a:r>
              <a:rPr lang="en-US" dirty="0">
                <a:cs typeface="Times New Roman"/>
              </a:rPr>
              <a:t>Heteroscedasticity: Breusch-Pagan test</a:t>
            </a:r>
            <a:br>
              <a:rPr lang="en-US" dirty="0">
                <a:cs typeface="Times New Roman"/>
              </a:rPr>
            </a:br>
            <a:r>
              <a:rPr lang="en-US" dirty="0">
                <a:cs typeface="Times New Roman"/>
              </a:rPr>
              <a:t>p = 110.63 (suffer from heteroscedasticity)</a:t>
            </a:r>
          </a:p>
          <a:p>
            <a:pPr marL="285750" indent="-285750">
              <a:buFont typeface="Calibri"/>
              <a:buChar char="-"/>
            </a:pPr>
            <a:r>
              <a:rPr lang="en-US" dirty="0" err="1">
                <a:cs typeface="Times New Roman"/>
              </a:rPr>
              <a:t>Multicollineary</a:t>
            </a:r>
            <a:r>
              <a:rPr lang="en-US" dirty="0">
                <a:cs typeface="Times New Roman"/>
              </a:rPr>
              <a:t>: all VIFs &gt; 5 (multicollinearity issue)</a:t>
            </a:r>
          </a:p>
          <a:p>
            <a:pPr marL="285750" indent="-285750">
              <a:buFont typeface="Calibri"/>
              <a:buChar char="-"/>
            </a:pPr>
            <a:endParaRPr lang="en-US" dirty="0">
              <a:cs typeface="Times New Roman"/>
            </a:endParaRPr>
          </a:p>
        </p:txBody>
      </p:sp>
      <p:sp>
        <p:nvSpPr>
          <p:cNvPr id="11" name="TextBox 10">
            <a:extLst>
              <a:ext uri="{FF2B5EF4-FFF2-40B4-BE49-F238E27FC236}">
                <a16:creationId xmlns:a16="http://schemas.microsoft.com/office/drawing/2014/main" id="{99492B4F-C874-3038-7148-DE3D56C5A0D2}"/>
              </a:ext>
            </a:extLst>
          </p:cNvPr>
          <p:cNvSpPr txBox="1"/>
          <p:nvPr/>
        </p:nvSpPr>
        <p:spPr>
          <a:xfrm>
            <a:off x="201316" y="4609293"/>
            <a:ext cx="561975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dirty="0">
              <a:cs typeface="Times New Roman"/>
            </a:endParaRPr>
          </a:p>
          <a:p>
            <a:pPr marL="285750" indent="-285750">
              <a:buFont typeface="Calibri"/>
              <a:buChar char="-"/>
            </a:pPr>
            <a:endParaRPr lang="en-US" dirty="0">
              <a:cs typeface="Times New Roman"/>
            </a:endParaRPr>
          </a:p>
          <a:p>
            <a:r>
              <a:rPr lang="en-US" dirty="0">
                <a:cs typeface="Times New Roman"/>
              </a:rPr>
              <a:t>Influential Points and Outliers: </a:t>
            </a:r>
          </a:p>
          <a:p>
            <a:pPr marL="285750" indent="-285750">
              <a:buFont typeface="Arial"/>
              <a:buChar char="•"/>
            </a:pPr>
            <a:r>
              <a:rPr lang="en-US" dirty="0">
                <a:latin typeface="Gill Sans MT" panose="020B0502020104020203"/>
                <a:cs typeface="Times New Roman"/>
              </a:rPr>
              <a:t>Very</a:t>
            </a:r>
            <a:r>
              <a:rPr lang="en-US" dirty="0">
                <a:ea typeface="+mn-lt"/>
                <a:cs typeface="+mn-lt"/>
              </a:rPr>
              <a:t> influential observations (Cook’s D ≈ 0.6).</a:t>
            </a:r>
          </a:p>
          <a:p>
            <a:pPr marL="285750" indent="-285750">
              <a:buFont typeface="Calibri"/>
              <a:buChar char="-"/>
            </a:pPr>
            <a:r>
              <a:rPr lang="en-US" dirty="0">
                <a:cs typeface="Times New Roman"/>
              </a:rPr>
              <a:t>Outliers exist</a:t>
            </a:r>
          </a:p>
          <a:p>
            <a:r>
              <a:rPr lang="en-US" dirty="0">
                <a:cs typeface="Times New Roman"/>
              </a:rPr>
              <a:t>Remedial techniques:</a:t>
            </a:r>
            <a:br>
              <a:rPr lang="en-US" dirty="0">
                <a:cs typeface="Times New Roman"/>
              </a:rPr>
            </a:br>
            <a:r>
              <a:rPr lang="en-US" dirty="0">
                <a:cs typeface="Times New Roman"/>
              </a:rPr>
              <a:t>Log Y transform, and Robust Regression</a:t>
            </a:r>
          </a:p>
          <a:p>
            <a:pPr algn="ctr"/>
            <a:endParaRPr lang="en-US">
              <a:cs typeface="Times New Roman"/>
            </a:endParaRPr>
          </a:p>
        </p:txBody>
      </p:sp>
    </p:spTree>
    <p:extLst>
      <p:ext uri="{BB962C8B-B14F-4D97-AF65-F5344CB8AC3E}">
        <p14:creationId xmlns:p14="http://schemas.microsoft.com/office/powerpoint/2010/main" val="4123076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graph with a line&#10;&#10;AI-generated content may be incorrect.">
            <a:extLst>
              <a:ext uri="{FF2B5EF4-FFF2-40B4-BE49-F238E27FC236}">
                <a16:creationId xmlns:a16="http://schemas.microsoft.com/office/drawing/2014/main" id="{A9D4891A-E6E9-1B15-A23E-64B62C3ED93D}"/>
              </a:ext>
            </a:extLst>
          </p:cNvPr>
          <p:cNvPicPr>
            <a:picLocks noChangeAspect="1"/>
          </p:cNvPicPr>
          <p:nvPr/>
        </p:nvPicPr>
        <p:blipFill>
          <a:blip r:embed="rId2"/>
          <a:srcRect t="2029" r="60" b="-544"/>
          <a:stretch>
            <a:fillRect/>
          </a:stretch>
        </p:blipFill>
        <p:spPr>
          <a:xfrm>
            <a:off x="8507518" y="1821049"/>
            <a:ext cx="3131852" cy="2345881"/>
          </a:xfrm>
          <a:prstGeom prst="rect">
            <a:avLst/>
          </a:prstGeom>
        </p:spPr>
      </p:pic>
      <p:sp>
        <p:nvSpPr>
          <p:cNvPr id="2" name="Title 1">
            <a:extLst>
              <a:ext uri="{FF2B5EF4-FFF2-40B4-BE49-F238E27FC236}">
                <a16:creationId xmlns:a16="http://schemas.microsoft.com/office/drawing/2014/main" id="{C2CFE7DE-5CE9-DD7C-EEE8-FDC8B774C50C}"/>
              </a:ext>
            </a:extLst>
          </p:cNvPr>
          <p:cNvSpPr>
            <a:spLocks noGrp="1"/>
          </p:cNvSpPr>
          <p:nvPr>
            <p:ph type="title"/>
          </p:nvPr>
        </p:nvSpPr>
        <p:spPr/>
        <p:txBody>
          <a:bodyPr/>
          <a:lstStyle/>
          <a:p>
            <a:r>
              <a:rPr lang="en-US"/>
              <a:t>Results </a:t>
            </a:r>
            <a:r>
              <a:rPr lang="en-US" dirty="0"/>
              <a:t>– Rahmi </a:t>
            </a:r>
            <a:r>
              <a:rPr lang="en-US" dirty="0" err="1"/>
              <a:t>azzahra</a:t>
            </a:r>
          </a:p>
        </p:txBody>
      </p:sp>
      <p:pic>
        <p:nvPicPr>
          <p:cNvPr id="3" name="Picture 2" descr="A graph with black dots&#10;&#10;AI-generated content may be incorrect.">
            <a:extLst>
              <a:ext uri="{FF2B5EF4-FFF2-40B4-BE49-F238E27FC236}">
                <a16:creationId xmlns:a16="http://schemas.microsoft.com/office/drawing/2014/main" id="{C34D0CF1-1DE8-C0C1-1BD4-5BDEBEC30CD4}"/>
              </a:ext>
            </a:extLst>
          </p:cNvPr>
          <p:cNvPicPr>
            <a:picLocks noChangeAspect="1"/>
          </p:cNvPicPr>
          <p:nvPr/>
        </p:nvPicPr>
        <p:blipFill>
          <a:blip r:embed="rId3"/>
          <a:stretch>
            <a:fillRect/>
          </a:stretch>
        </p:blipFill>
        <p:spPr>
          <a:xfrm>
            <a:off x="8284139" y="4097747"/>
            <a:ext cx="3562350" cy="2733675"/>
          </a:xfrm>
          <a:prstGeom prst="rect">
            <a:avLst/>
          </a:prstGeom>
        </p:spPr>
      </p:pic>
      <p:pic>
        <p:nvPicPr>
          <p:cNvPr id="10" name="Picture 9">
            <a:extLst>
              <a:ext uri="{FF2B5EF4-FFF2-40B4-BE49-F238E27FC236}">
                <a16:creationId xmlns:a16="http://schemas.microsoft.com/office/drawing/2014/main" id="{866AD1D7-5B36-4F06-429D-75C3EDDEAE7C}"/>
              </a:ext>
            </a:extLst>
          </p:cNvPr>
          <p:cNvPicPr>
            <a:picLocks noChangeAspect="1"/>
          </p:cNvPicPr>
          <p:nvPr/>
        </p:nvPicPr>
        <p:blipFill>
          <a:blip r:embed="rId4"/>
          <a:stretch>
            <a:fillRect/>
          </a:stretch>
        </p:blipFill>
        <p:spPr>
          <a:xfrm>
            <a:off x="4543604" y="3766583"/>
            <a:ext cx="4029075" cy="3076575"/>
          </a:xfrm>
          <a:prstGeom prst="rect">
            <a:avLst/>
          </a:prstGeom>
        </p:spPr>
      </p:pic>
      <p:sp>
        <p:nvSpPr>
          <p:cNvPr id="9" name="TextBox 8">
            <a:extLst>
              <a:ext uri="{FF2B5EF4-FFF2-40B4-BE49-F238E27FC236}">
                <a16:creationId xmlns:a16="http://schemas.microsoft.com/office/drawing/2014/main" id="{E0C1B593-C5B4-C7C3-D405-5F135C87B1FF}"/>
              </a:ext>
            </a:extLst>
          </p:cNvPr>
          <p:cNvSpPr txBox="1"/>
          <p:nvPr/>
        </p:nvSpPr>
        <p:spPr>
          <a:xfrm>
            <a:off x="5812" y="3602387"/>
            <a:ext cx="4522551"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dirty="0">
              <a:cs typeface="Segoe UI"/>
            </a:endParaRPr>
          </a:p>
          <a:p>
            <a:pPr>
              <a:buFont typeface="Arial"/>
              <a:buChar char="•"/>
            </a:pPr>
            <a:r>
              <a:rPr lang="en-US" dirty="0">
                <a:ea typeface="+mn-lt"/>
                <a:cs typeface="+mn-lt"/>
              </a:rPr>
              <a:t> BP test: improved → variance much closer to constant on log scale.</a:t>
            </a:r>
          </a:p>
          <a:p>
            <a:pPr>
              <a:buFont typeface="Arial"/>
              <a:buChar char="•"/>
            </a:pPr>
            <a:r>
              <a:rPr lang="en-US" dirty="0">
                <a:ea typeface="+mn-lt"/>
                <a:cs typeface="+mn-lt"/>
              </a:rPr>
              <a:t> </a:t>
            </a:r>
            <a:r>
              <a:rPr lang="en-US" dirty="0" err="1">
                <a:ea typeface="+mn-lt"/>
                <a:cs typeface="+mn-lt"/>
              </a:rPr>
              <a:t>Downweights</a:t>
            </a:r>
            <a:r>
              <a:rPr lang="en-US" dirty="0">
                <a:ea typeface="+mn-lt"/>
                <a:cs typeface="+mn-lt"/>
              </a:rPr>
              <a:t> extreme observations: more stable estimates.</a:t>
            </a:r>
          </a:p>
          <a:p>
            <a:pPr>
              <a:buFont typeface="Arial"/>
              <a:buChar char="•"/>
            </a:pPr>
            <a:r>
              <a:rPr lang="en-US" dirty="0">
                <a:ea typeface="+mn-lt"/>
                <a:cs typeface="+mn-lt"/>
              </a:rPr>
              <a:t>Significant Predictors.</a:t>
            </a:r>
            <a:endParaRPr lang="en-US" dirty="0"/>
          </a:p>
          <a:p>
            <a:pPr>
              <a:buFont typeface="Arial"/>
              <a:buChar char="•"/>
            </a:pPr>
            <a:r>
              <a:rPr lang="en-US" dirty="0">
                <a:ea typeface="+mn-lt"/>
                <a:cs typeface="+mn-lt"/>
              </a:rPr>
              <a:t>Salary (</a:t>
            </a:r>
            <a:r>
              <a:rPr lang="en-US" dirty="0" err="1">
                <a:ea typeface="+mn-lt"/>
                <a:cs typeface="+mn-lt"/>
              </a:rPr>
              <a:t>c_salary</a:t>
            </a:r>
            <a:r>
              <a:rPr lang="en-US" dirty="0">
                <a:ea typeface="+mn-lt"/>
                <a:cs typeface="+mn-lt"/>
              </a:rPr>
              <a:t>): Strong positive effect.</a:t>
            </a:r>
            <a:endParaRPr lang="en-US" dirty="0"/>
          </a:p>
          <a:p>
            <a:pPr>
              <a:buFont typeface="Arial"/>
              <a:buChar char="•"/>
            </a:pPr>
            <a:r>
              <a:rPr lang="en-US" dirty="0">
                <a:ea typeface="+mn-lt"/>
                <a:cs typeface="+mn-lt"/>
              </a:rPr>
              <a:t>EMI ratio (</a:t>
            </a:r>
            <a:r>
              <a:rPr lang="en-US" dirty="0" err="1">
                <a:ea typeface="+mn-lt"/>
                <a:cs typeface="+mn-lt"/>
              </a:rPr>
              <a:t>c_emi</a:t>
            </a:r>
            <a:r>
              <a:rPr lang="en-US" dirty="0">
                <a:ea typeface="+mn-lt"/>
                <a:cs typeface="+mn-lt"/>
              </a:rPr>
              <a:t>): Large positive effect.</a:t>
            </a:r>
            <a:endParaRPr lang="en-US" dirty="0"/>
          </a:p>
          <a:p>
            <a:pPr>
              <a:buFont typeface="Arial"/>
              <a:buChar char="•"/>
            </a:pPr>
            <a:r>
              <a:rPr lang="en-US" dirty="0">
                <a:ea typeface="+mn-lt"/>
                <a:cs typeface="+mn-lt"/>
              </a:rPr>
              <a:t>Salary × EMI interaction: Highly significant.</a:t>
            </a:r>
            <a:endParaRPr lang="en-US" dirty="0"/>
          </a:p>
          <a:p>
            <a:pPr>
              <a:buFont typeface="Arial"/>
              <a:buChar char="•"/>
            </a:pPr>
            <a:r>
              <a:rPr lang="en-US" dirty="0">
                <a:ea typeface="+mn-lt"/>
                <a:cs typeface="+mn-lt"/>
              </a:rPr>
              <a:t>Monthly expenses and related interactions: Not significant.</a:t>
            </a:r>
            <a:endParaRPr lang="en-US" dirty="0"/>
          </a:p>
          <a:p>
            <a:pPr algn="ctr"/>
            <a:endParaRPr lang="en-US" dirty="0">
              <a:cs typeface="Segoe UI"/>
            </a:endParaRPr>
          </a:p>
        </p:txBody>
      </p:sp>
      <p:sp>
        <p:nvSpPr>
          <p:cNvPr id="14" name="TextBox 13">
            <a:extLst>
              <a:ext uri="{FF2B5EF4-FFF2-40B4-BE49-F238E27FC236}">
                <a16:creationId xmlns:a16="http://schemas.microsoft.com/office/drawing/2014/main" id="{C86BF198-50AC-7E26-1BDF-0C97CE6775E3}"/>
              </a:ext>
            </a:extLst>
          </p:cNvPr>
          <p:cNvSpPr txBox="1"/>
          <p:nvPr/>
        </p:nvSpPr>
        <p:spPr>
          <a:xfrm>
            <a:off x="4138692" y="1781336"/>
            <a:ext cx="4496721"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cs typeface="Segoe UI"/>
              </a:rPr>
              <a:t>After log-transformation:</a:t>
            </a:r>
            <a:endParaRPr lang="en-US" dirty="0"/>
          </a:p>
          <a:p>
            <a:pPr marL="285750" indent="-285750">
              <a:buFont typeface="Arial,Sans-Serif"/>
              <a:buChar char="•"/>
            </a:pPr>
            <a:r>
              <a:rPr lang="en-US" dirty="0">
                <a:ea typeface="+mn-lt"/>
                <a:cs typeface="+mn-lt"/>
              </a:rPr>
              <a:t>Shapiro–Wilk: still non-normal → rely on robust regression</a:t>
            </a:r>
          </a:p>
          <a:p>
            <a:pPr marL="285750" indent="-285750">
              <a:buFont typeface="Arial,Sans-Serif"/>
              <a:buChar char="•"/>
            </a:pPr>
            <a:r>
              <a:rPr lang="en-US" dirty="0">
                <a:ea typeface="+mn-lt"/>
                <a:cs typeface="+mn-lt"/>
              </a:rPr>
              <a:t>Residuals vs Fitted: more uniform spread</a:t>
            </a:r>
          </a:p>
          <a:p>
            <a:pPr marL="285750" indent="-285750">
              <a:buFont typeface="Arial"/>
              <a:buChar char="•"/>
            </a:pPr>
            <a:r>
              <a:rPr lang="en-US" dirty="0">
                <a:ea typeface="+mn-lt"/>
                <a:cs typeface="+mn-lt"/>
              </a:rPr>
              <a:t>Robust Regression:</a:t>
            </a:r>
          </a:p>
          <a:p>
            <a:pPr marL="285750" indent="-285750">
              <a:buFont typeface="Arial,Sans-Serif"/>
              <a:buChar char="•"/>
            </a:pPr>
            <a:r>
              <a:rPr lang="en-US" dirty="0">
                <a:ea typeface="+mn-lt"/>
                <a:cs typeface="+mn-lt"/>
              </a:rPr>
              <a:t>Residual standard error: 0.373 (log scale)</a:t>
            </a:r>
          </a:p>
          <a:p>
            <a:pPr marL="285750" indent="-285750">
              <a:buFont typeface="Arial,Sans-Serif"/>
              <a:buChar char="•"/>
            </a:pPr>
            <a:r>
              <a:rPr lang="en-US" dirty="0">
                <a:ea typeface="+mn-lt"/>
                <a:cs typeface="+mn-lt"/>
              </a:rPr>
              <a:t>Residuals range: –1.23 to 0.76</a:t>
            </a:r>
            <a:endParaRPr lang="en-US" dirty="0"/>
          </a:p>
          <a:p>
            <a:pPr algn="ctr"/>
            <a:endParaRPr lang="en-US" dirty="0">
              <a:cs typeface="Segoe UI"/>
            </a:endParaRPr>
          </a:p>
        </p:txBody>
      </p:sp>
    </p:spTree>
    <p:extLst>
      <p:ext uri="{BB962C8B-B14F-4D97-AF65-F5344CB8AC3E}">
        <p14:creationId xmlns:p14="http://schemas.microsoft.com/office/powerpoint/2010/main" val="2423104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50EF6-8872-4910-A9C2-42A5B48A20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64A9E4-385C-45CB-7A78-0A4AD62CF0A5}"/>
              </a:ext>
            </a:extLst>
          </p:cNvPr>
          <p:cNvSpPr>
            <a:spLocks noGrp="1"/>
          </p:cNvSpPr>
          <p:nvPr>
            <p:ph type="title"/>
          </p:nvPr>
        </p:nvSpPr>
        <p:spPr/>
        <p:txBody>
          <a:bodyPr/>
          <a:lstStyle/>
          <a:p>
            <a:r>
              <a:rPr lang="en-US"/>
              <a:t>Results </a:t>
            </a:r>
            <a:r>
              <a:rPr lang="en-US" dirty="0"/>
              <a:t>– Rahmi </a:t>
            </a:r>
            <a:r>
              <a:rPr lang="en-US" dirty="0" err="1"/>
              <a:t>azzahra</a:t>
            </a:r>
          </a:p>
        </p:txBody>
      </p:sp>
      <p:sp>
        <p:nvSpPr>
          <p:cNvPr id="9" name="TextBox 8">
            <a:extLst>
              <a:ext uri="{FF2B5EF4-FFF2-40B4-BE49-F238E27FC236}">
                <a16:creationId xmlns:a16="http://schemas.microsoft.com/office/drawing/2014/main" id="{3B93DE6E-D7AF-9100-2519-7259B6C1468E}"/>
              </a:ext>
            </a:extLst>
          </p:cNvPr>
          <p:cNvSpPr txBox="1"/>
          <p:nvPr/>
        </p:nvSpPr>
        <p:spPr>
          <a:xfrm>
            <a:off x="492841" y="1962150"/>
            <a:ext cx="4091143"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Gill Sans MT"/>
                <a:cs typeface="Segoe UI"/>
              </a:rPr>
              <a:t>Robust Regression (Hubert) Figure: Residuals vs. Fitted Values on </a:t>
            </a:r>
            <a:r>
              <a:rPr lang="en-US" dirty="0" err="1">
                <a:latin typeface="Gill Sans MT"/>
                <a:cs typeface="Segoe UI"/>
              </a:rPr>
              <a:t>LogY</a:t>
            </a:r>
            <a:endParaRPr lang="en-US" dirty="0" err="1"/>
          </a:p>
          <a:p>
            <a:pPr marL="285750" indent="-285750">
              <a:buFont typeface="Arial"/>
              <a:buChar char="•"/>
            </a:pPr>
            <a:endParaRPr lang="en-US" dirty="0">
              <a:latin typeface="Gill Sans MT"/>
              <a:cs typeface="Segoe UI"/>
            </a:endParaRPr>
          </a:p>
          <a:p>
            <a:endParaRPr lang="en-US" dirty="0">
              <a:latin typeface="Gill Sans MT"/>
              <a:ea typeface="Segoe UI"/>
              <a:cs typeface="Segoe UI"/>
            </a:endParaRPr>
          </a:p>
          <a:p>
            <a:pPr algn="ctr" rtl="0"/>
            <a:endParaRPr lang="en-US" dirty="0">
              <a:latin typeface="Gill Sans MT"/>
              <a:ea typeface="Segoe UI"/>
              <a:cs typeface="Segoe UI"/>
            </a:endParaRPr>
          </a:p>
        </p:txBody>
      </p:sp>
      <p:graphicFrame>
        <p:nvGraphicFramePr>
          <p:cNvPr id="12" name="Table 11">
            <a:extLst>
              <a:ext uri="{FF2B5EF4-FFF2-40B4-BE49-F238E27FC236}">
                <a16:creationId xmlns:a16="http://schemas.microsoft.com/office/drawing/2014/main" id="{D4D15F2F-25D1-D84A-CAA7-20AFFD730D87}"/>
              </a:ext>
            </a:extLst>
          </p:cNvPr>
          <p:cNvGraphicFramePr>
            <a:graphicFrameLocks noGrp="1"/>
          </p:cNvGraphicFramePr>
          <p:nvPr>
            <p:extLst>
              <p:ext uri="{D42A27DB-BD31-4B8C-83A1-F6EECF244321}">
                <p14:modId xmlns:p14="http://schemas.microsoft.com/office/powerpoint/2010/main" val="3082505194"/>
              </p:ext>
            </p:extLst>
          </p:nvPr>
        </p:nvGraphicFramePr>
        <p:xfrm>
          <a:off x="4830096" y="1966451"/>
          <a:ext cx="6793723" cy="3699669"/>
        </p:xfrm>
        <a:graphic>
          <a:graphicData uri="http://schemas.openxmlformats.org/drawingml/2006/table">
            <a:tbl>
              <a:tblPr firstRow="1" bandRow="1">
                <a:tableStyleId>{5C22544A-7EE6-4342-B048-85BDC9FD1C3A}</a:tableStyleId>
              </a:tblPr>
              <a:tblGrid>
                <a:gridCol w="2396612">
                  <a:extLst>
                    <a:ext uri="{9D8B030D-6E8A-4147-A177-3AD203B41FA5}">
                      <a16:colId xmlns:a16="http://schemas.microsoft.com/office/drawing/2014/main" val="4230524104"/>
                    </a:ext>
                  </a:extLst>
                </a:gridCol>
                <a:gridCol w="2132536">
                  <a:extLst>
                    <a:ext uri="{9D8B030D-6E8A-4147-A177-3AD203B41FA5}">
                      <a16:colId xmlns:a16="http://schemas.microsoft.com/office/drawing/2014/main" val="3483937255"/>
                    </a:ext>
                  </a:extLst>
                </a:gridCol>
                <a:gridCol w="2264575">
                  <a:extLst>
                    <a:ext uri="{9D8B030D-6E8A-4147-A177-3AD203B41FA5}">
                      <a16:colId xmlns:a16="http://schemas.microsoft.com/office/drawing/2014/main" val="4055724865"/>
                    </a:ext>
                  </a:extLst>
                </a:gridCol>
              </a:tblGrid>
              <a:tr h="593143">
                <a:tc>
                  <a:txBody>
                    <a:bodyPr/>
                    <a:lstStyle/>
                    <a:p>
                      <a:pPr lvl="0">
                        <a:buNone/>
                      </a:pPr>
                      <a:r>
                        <a:rPr lang="en-US" dirty="0"/>
                        <a:t>Predictor</a:t>
                      </a:r>
                    </a:p>
                  </a:txBody>
                  <a:tcPr/>
                </a:tc>
                <a:tc>
                  <a:txBody>
                    <a:bodyPr/>
                    <a:lstStyle/>
                    <a:p>
                      <a:r>
                        <a:rPr lang="en-US" dirty="0"/>
                        <a:t>Log OLS (Robust SE)</a:t>
                      </a:r>
                    </a:p>
                  </a:txBody>
                  <a:tcPr/>
                </a:tc>
                <a:tc>
                  <a:txBody>
                    <a:bodyPr/>
                    <a:lstStyle/>
                    <a:p>
                      <a:r>
                        <a:rPr lang="en-US" dirty="0"/>
                        <a:t>Robust (Huber)</a:t>
                      </a:r>
                    </a:p>
                  </a:txBody>
                  <a:tcPr/>
                </a:tc>
                <a:extLst>
                  <a:ext uri="{0D108BD9-81ED-4DB2-BD59-A6C34878D82A}">
                    <a16:rowId xmlns:a16="http://schemas.microsoft.com/office/drawing/2014/main" val="3550018591"/>
                  </a:ext>
                </a:extLst>
              </a:tr>
              <a:tr h="553064">
                <a:tc>
                  <a:txBody>
                    <a:bodyPr/>
                    <a:lstStyle/>
                    <a:p>
                      <a:pPr algn="just"/>
                      <a:r>
                        <a:rPr lang="en-US" dirty="0"/>
                        <a:t>Intercept</a:t>
                      </a:r>
                    </a:p>
                  </a:txBody>
                  <a:tcPr/>
                </a:tc>
                <a:tc>
                  <a:txBody>
                    <a:bodyPr/>
                    <a:lstStyle/>
                    <a:p>
                      <a:pPr lvl="0" algn="just">
                        <a:lnSpc>
                          <a:spcPct val="100000"/>
                        </a:lnSpc>
                        <a:spcBef>
                          <a:spcPts val="0"/>
                        </a:spcBef>
                        <a:spcAft>
                          <a:spcPts val="0"/>
                        </a:spcAft>
                        <a:buNone/>
                      </a:pPr>
                      <a:r>
                        <a:rPr lang="en-US" sz="1800" b="0" i="0" u="none" strike="noStrike" noProof="0" dirty="0">
                          <a:latin typeface="Gill Sans MT"/>
                        </a:rPr>
                        <a:t>14.244</a:t>
                      </a:r>
                      <a:endParaRPr lang="en-US" dirty="0"/>
                    </a:p>
                  </a:txBody>
                  <a:tcPr/>
                </a:tc>
                <a:tc>
                  <a:txBody>
                    <a:bodyPr/>
                    <a:lstStyle/>
                    <a:p>
                      <a:pPr lvl="0" algn="just">
                        <a:lnSpc>
                          <a:spcPct val="100000"/>
                        </a:lnSpc>
                        <a:spcBef>
                          <a:spcPts val="0"/>
                        </a:spcBef>
                        <a:spcAft>
                          <a:spcPts val="0"/>
                        </a:spcAft>
                        <a:buNone/>
                      </a:pPr>
                      <a:r>
                        <a:rPr lang="en-US" sz="1800" b="0" i="0" u="none" strike="noStrike" noProof="0">
                          <a:latin typeface="Gill Sans MT"/>
                        </a:rPr>
                        <a:t>14.258</a:t>
                      </a:r>
                      <a:endParaRPr lang="en-US"/>
                    </a:p>
                    <a:p>
                      <a:pPr lvl="0" algn="just">
                        <a:buNone/>
                      </a:pPr>
                      <a:endParaRPr lang="en-US" dirty="0"/>
                    </a:p>
                  </a:txBody>
                  <a:tcPr/>
                </a:tc>
                <a:extLst>
                  <a:ext uri="{0D108BD9-81ED-4DB2-BD59-A6C34878D82A}">
                    <a16:rowId xmlns:a16="http://schemas.microsoft.com/office/drawing/2014/main" val="4102324560"/>
                  </a:ext>
                </a:extLst>
              </a:tr>
              <a:tr h="593143">
                <a:tc>
                  <a:txBody>
                    <a:bodyPr/>
                    <a:lstStyle/>
                    <a:p>
                      <a:pPr algn="just"/>
                      <a:r>
                        <a:rPr lang="en-US" dirty="0"/>
                        <a:t>Salary (</a:t>
                      </a:r>
                      <a:r>
                        <a:rPr lang="en-US" err="1"/>
                        <a:t>c_salary</a:t>
                      </a:r>
                      <a:r>
                        <a:rPr lang="en-US" dirty="0"/>
                        <a:t>)</a:t>
                      </a:r>
                    </a:p>
                  </a:txBody>
                  <a:tcPr/>
                </a:tc>
                <a:tc>
                  <a:txBody>
                    <a:bodyPr/>
                    <a:lstStyle/>
                    <a:p>
                      <a:pPr lvl="0" algn="just">
                        <a:lnSpc>
                          <a:spcPct val="100000"/>
                        </a:lnSpc>
                        <a:spcBef>
                          <a:spcPts val="0"/>
                        </a:spcBef>
                        <a:spcAft>
                          <a:spcPts val="0"/>
                        </a:spcAft>
                        <a:buNone/>
                      </a:pPr>
                      <a:r>
                        <a:rPr lang="en-US" sz="1800" b="0" i="0" u="none" strike="noStrike" noProof="0" dirty="0">
                          <a:latin typeface="Gill Sans MT"/>
                        </a:rPr>
                        <a:t>2.36e-05</a:t>
                      </a:r>
                      <a:endParaRPr lang="en-US" dirty="0"/>
                    </a:p>
                  </a:txBody>
                  <a:tcPr/>
                </a:tc>
                <a:tc>
                  <a:txBody>
                    <a:bodyPr/>
                    <a:lstStyle/>
                    <a:p>
                      <a:pPr lvl="0" algn="just">
                        <a:lnSpc>
                          <a:spcPct val="100000"/>
                        </a:lnSpc>
                        <a:spcBef>
                          <a:spcPts val="0"/>
                        </a:spcBef>
                        <a:spcAft>
                          <a:spcPts val="0"/>
                        </a:spcAft>
                        <a:buNone/>
                      </a:pPr>
                      <a:r>
                        <a:rPr lang="en-US" sz="1800" b="0" i="0" u="none" strike="noStrike" noProof="0" dirty="0">
                          <a:latin typeface="Gill Sans MT"/>
                        </a:rPr>
                        <a:t>~0.000</a:t>
                      </a:r>
                      <a:endParaRPr lang="en-US" dirty="0"/>
                    </a:p>
                  </a:txBody>
                  <a:tcPr/>
                </a:tc>
                <a:extLst>
                  <a:ext uri="{0D108BD9-81ED-4DB2-BD59-A6C34878D82A}">
                    <a16:rowId xmlns:a16="http://schemas.microsoft.com/office/drawing/2014/main" val="3404516745"/>
                  </a:ext>
                </a:extLst>
              </a:tr>
              <a:tr h="593143">
                <a:tc>
                  <a:txBody>
                    <a:bodyPr/>
                    <a:lstStyle/>
                    <a:p>
                      <a:pPr lvl="0" algn="just">
                        <a:buNone/>
                      </a:pPr>
                      <a:r>
                        <a:rPr lang="en-US" dirty="0"/>
                        <a:t>EMI ratio (</a:t>
                      </a:r>
                      <a:r>
                        <a:rPr lang="en-US" err="1"/>
                        <a:t>c_emi</a:t>
                      </a:r>
                      <a:r>
                        <a:rPr lang="en-US" dirty="0"/>
                        <a:t>)</a:t>
                      </a:r>
                    </a:p>
                  </a:txBody>
                  <a:tcPr/>
                </a:tc>
                <a:tc>
                  <a:txBody>
                    <a:bodyPr/>
                    <a:lstStyle/>
                    <a:p>
                      <a:pPr lvl="0" algn="just">
                        <a:lnSpc>
                          <a:spcPct val="100000"/>
                        </a:lnSpc>
                        <a:spcBef>
                          <a:spcPts val="0"/>
                        </a:spcBef>
                        <a:spcAft>
                          <a:spcPts val="0"/>
                        </a:spcAft>
                        <a:buNone/>
                      </a:pPr>
                      <a:r>
                        <a:rPr lang="en-US" sz="1800" b="0" i="0" u="none" strike="noStrike" noProof="0" dirty="0">
                          <a:latin typeface="Gill Sans MT"/>
                        </a:rPr>
                        <a:t>8.04</a:t>
                      </a:r>
                      <a:endParaRPr lang="en-US" dirty="0"/>
                    </a:p>
                  </a:txBody>
                  <a:tcPr/>
                </a:tc>
                <a:tc>
                  <a:txBody>
                    <a:bodyPr/>
                    <a:lstStyle/>
                    <a:p>
                      <a:pPr lvl="0" algn="just">
                        <a:buNone/>
                      </a:pPr>
                      <a:r>
                        <a:rPr lang="en-US" dirty="0"/>
                        <a:t>7.83</a:t>
                      </a:r>
                    </a:p>
                  </a:txBody>
                  <a:tcPr/>
                </a:tc>
                <a:extLst>
                  <a:ext uri="{0D108BD9-81ED-4DB2-BD59-A6C34878D82A}">
                    <a16:rowId xmlns:a16="http://schemas.microsoft.com/office/drawing/2014/main" val="3265117525"/>
                  </a:ext>
                </a:extLst>
              </a:tr>
              <a:tr h="593143">
                <a:tc>
                  <a:txBody>
                    <a:bodyPr/>
                    <a:lstStyle/>
                    <a:p>
                      <a:pPr lvl="0" algn="just">
                        <a:buNone/>
                      </a:pPr>
                      <a:r>
                        <a:rPr lang="en-US" dirty="0"/>
                        <a:t>Expenses (</a:t>
                      </a:r>
                      <a:r>
                        <a:rPr lang="en-US" err="1"/>
                        <a:t>c_expenses</a:t>
                      </a:r>
                      <a:r>
                        <a:rPr lang="en-US" dirty="0"/>
                        <a:t>)</a:t>
                      </a:r>
                    </a:p>
                  </a:txBody>
                  <a:tcPr/>
                </a:tc>
                <a:tc>
                  <a:txBody>
                    <a:bodyPr/>
                    <a:lstStyle/>
                    <a:p>
                      <a:pPr lvl="0" algn="just">
                        <a:lnSpc>
                          <a:spcPct val="100000"/>
                        </a:lnSpc>
                        <a:spcBef>
                          <a:spcPts val="0"/>
                        </a:spcBef>
                        <a:spcAft>
                          <a:spcPts val="0"/>
                        </a:spcAft>
                        <a:buNone/>
                      </a:pPr>
                      <a:r>
                        <a:rPr lang="en-US" sz="1800" b="0" i="0" u="none" strike="noStrike" noProof="0" dirty="0">
                          <a:latin typeface="Gill Sans MT"/>
                        </a:rPr>
                        <a:t>1.90e-06</a:t>
                      </a:r>
                      <a:endParaRPr lang="en-US" dirty="0"/>
                    </a:p>
                  </a:txBody>
                  <a:tcPr/>
                </a:tc>
                <a:tc>
                  <a:txBody>
                    <a:bodyPr/>
                    <a:lstStyle/>
                    <a:p>
                      <a:pPr lvl="0" algn="just">
                        <a:lnSpc>
                          <a:spcPct val="100000"/>
                        </a:lnSpc>
                        <a:spcBef>
                          <a:spcPts val="0"/>
                        </a:spcBef>
                        <a:spcAft>
                          <a:spcPts val="0"/>
                        </a:spcAft>
                        <a:buNone/>
                      </a:pPr>
                      <a:r>
                        <a:rPr lang="en-US" sz="1800" b="0" i="0" u="none" strike="noStrike" noProof="0" dirty="0">
                          <a:latin typeface="Gill Sans MT"/>
                        </a:rPr>
                        <a:t>~0.000</a:t>
                      </a:r>
                      <a:endParaRPr lang="en-US" dirty="0"/>
                    </a:p>
                  </a:txBody>
                  <a:tcPr/>
                </a:tc>
                <a:extLst>
                  <a:ext uri="{0D108BD9-81ED-4DB2-BD59-A6C34878D82A}">
                    <a16:rowId xmlns:a16="http://schemas.microsoft.com/office/drawing/2014/main" val="2330740227"/>
                  </a:ext>
                </a:extLst>
              </a:tr>
              <a:tr h="593143">
                <a:tc>
                  <a:txBody>
                    <a:bodyPr/>
                    <a:lstStyle/>
                    <a:p>
                      <a:pPr lvl="0" algn="just">
                        <a:buNone/>
                      </a:pPr>
                      <a:r>
                        <a:rPr lang="en-US" dirty="0"/>
                        <a:t>Salary x EMI</a:t>
                      </a:r>
                    </a:p>
                  </a:txBody>
                  <a:tcPr/>
                </a:tc>
                <a:tc>
                  <a:txBody>
                    <a:bodyPr/>
                    <a:lstStyle/>
                    <a:p>
                      <a:pPr lvl="0" algn="just">
                        <a:lnSpc>
                          <a:spcPct val="100000"/>
                        </a:lnSpc>
                        <a:spcBef>
                          <a:spcPts val="0"/>
                        </a:spcBef>
                        <a:spcAft>
                          <a:spcPts val="0"/>
                        </a:spcAft>
                        <a:buNone/>
                      </a:pPr>
                      <a:r>
                        <a:rPr lang="en-US" sz="1800" b="0" i="0" u="none" strike="noStrike" noProof="0" dirty="0">
                          <a:latin typeface="Gill Sans MT"/>
                        </a:rPr>
                        <a:t>1.43e-04</a:t>
                      </a:r>
                      <a:endParaRPr lang="en-US" dirty="0"/>
                    </a:p>
                    <a:p>
                      <a:pPr lvl="0" algn="just">
                        <a:buNone/>
                      </a:pPr>
                      <a:endParaRPr lang="en-US" dirty="0"/>
                    </a:p>
                  </a:txBody>
                  <a:tcPr/>
                </a:tc>
                <a:tc>
                  <a:txBody>
                    <a:bodyPr/>
                    <a:lstStyle/>
                    <a:p>
                      <a:pPr lvl="0" algn="just">
                        <a:lnSpc>
                          <a:spcPct val="100000"/>
                        </a:lnSpc>
                        <a:spcBef>
                          <a:spcPts val="0"/>
                        </a:spcBef>
                        <a:spcAft>
                          <a:spcPts val="0"/>
                        </a:spcAft>
                        <a:buNone/>
                      </a:pPr>
                      <a:r>
                        <a:rPr lang="en-US" sz="1800" b="0" i="0" u="none" strike="noStrike" noProof="0" dirty="0">
                          <a:latin typeface="Gill Sans MT"/>
                        </a:rPr>
                        <a:t>~0.000</a:t>
                      </a:r>
                      <a:endParaRPr lang="en-US" dirty="0"/>
                    </a:p>
                  </a:txBody>
                  <a:tcPr/>
                </a:tc>
                <a:extLst>
                  <a:ext uri="{0D108BD9-81ED-4DB2-BD59-A6C34878D82A}">
                    <a16:rowId xmlns:a16="http://schemas.microsoft.com/office/drawing/2014/main" val="499952396"/>
                  </a:ext>
                </a:extLst>
              </a:tr>
            </a:tbl>
          </a:graphicData>
        </a:graphic>
      </p:graphicFrame>
      <p:pic>
        <p:nvPicPr>
          <p:cNvPr id="4" name="Picture 3">
            <a:extLst>
              <a:ext uri="{FF2B5EF4-FFF2-40B4-BE49-F238E27FC236}">
                <a16:creationId xmlns:a16="http://schemas.microsoft.com/office/drawing/2014/main" id="{EBD02402-4B16-CE10-5A5E-15CAACAFBF88}"/>
              </a:ext>
            </a:extLst>
          </p:cNvPr>
          <p:cNvPicPr>
            <a:picLocks noChangeAspect="1"/>
          </p:cNvPicPr>
          <p:nvPr/>
        </p:nvPicPr>
        <p:blipFill>
          <a:blip r:embed="rId2"/>
          <a:srcRect l="6575" t="10913" r="50245" b="50000"/>
          <a:stretch>
            <a:fillRect/>
          </a:stretch>
        </p:blipFill>
        <p:spPr>
          <a:xfrm>
            <a:off x="940210" y="3072364"/>
            <a:ext cx="3654370" cy="2606231"/>
          </a:xfrm>
          <a:prstGeom prst="rect">
            <a:avLst/>
          </a:prstGeom>
        </p:spPr>
      </p:pic>
      <p:sp>
        <p:nvSpPr>
          <p:cNvPr id="5" name="TextBox 4">
            <a:extLst>
              <a:ext uri="{FF2B5EF4-FFF2-40B4-BE49-F238E27FC236}">
                <a16:creationId xmlns:a16="http://schemas.microsoft.com/office/drawing/2014/main" id="{AF8A6032-C72E-AF74-4870-027DE9A90EC4}"/>
              </a:ext>
            </a:extLst>
          </p:cNvPr>
          <p:cNvSpPr txBox="1"/>
          <p:nvPr/>
        </p:nvSpPr>
        <p:spPr>
          <a:xfrm rot="16200000">
            <a:off x="-805379" y="4090001"/>
            <a:ext cx="314502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Robust standardized residuals</a:t>
            </a:r>
          </a:p>
        </p:txBody>
      </p:sp>
    </p:spTree>
    <p:extLst>
      <p:ext uri="{BB962C8B-B14F-4D97-AF65-F5344CB8AC3E}">
        <p14:creationId xmlns:p14="http://schemas.microsoft.com/office/powerpoint/2010/main" val="36781082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F3772-A350-5F8F-1E50-E3B2E5DC3F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C344D-1D81-A520-D603-BC0D4C9208B4}"/>
              </a:ext>
            </a:extLst>
          </p:cNvPr>
          <p:cNvSpPr>
            <a:spLocks noGrp="1"/>
          </p:cNvSpPr>
          <p:nvPr>
            <p:ph type="title"/>
          </p:nvPr>
        </p:nvSpPr>
        <p:spPr/>
        <p:txBody>
          <a:bodyPr/>
          <a:lstStyle/>
          <a:p>
            <a:r>
              <a:rPr lang="en-US" dirty="0"/>
              <a:t>Methodology – </a:t>
            </a:r>
            <a:r>
              <a:rPr lang="en-US"/>
              <a:t>Full model</a:t>
            </a:r>
            <a:endParaRPr lang="en-US" dirty="0"/>
          </a:p>
        </p:txBody>
      </p:sp>
      <p:sp>
        <p:nvSpPr>
          <p:cNvPr id="8" name="TextBox 7">
            <a:extLst>
              <a:ext uri="{FF2B5EF4-FFF2-40B4-BE49-F238E27FC236}">
                <a16:creationId xmlns:a16="http://schemas.microsoft.com/office/drawing/2014/main" id="{032E6B96-1B23-8BFD-3DD2-42C5652D1F41}"/>
              </a:ext>
            </a:extLst>
          </p:cNvPr>
          <p:cNvSpPr txBox="1"/>
          <p:nvPr/>
        </p:nvSpPr>
        <p:spPr>
          <a:xfrm>
            <a:off x="494631" y="1938420"/>
            <a:ext cx="6229684"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Initial Regression Model:</a:t>
            </a:r>
            <a:r>
              <a:rPr lang="en-US"/>
              <a:t> </a:t>
            </a:r>
            <a:r>
              <a:rPr lang="en-US" dirty="0"/>
              <a:t>(based </a:t>
            </a:r>
            <a:r>
              <a:rPr lang="en-US"/>
              <a:t>on </a:t>
            </a:r>
            <a:r>
              <a:rPr lang="en-US" dirty="0"/>
              <a:t>model selection criteria)</a:t>
            </a:r>
          </a:p>
          <a:p>
            <a:pPr marL="285750" indent="-285750">
              <a:buFont typeface="Arial"/>
              <a:buChar char="•"/>
            </a:pPr>
            <a:r>
              <a:rPr lang="en-US" sz="1600" dirty="0">
                <a:latin typeface="Consolas"/>
                <a:ea typeface="+mn-lt"/>
                <a:cs typeface="+mn-lt"/>
              </a:rPr>
              <a:t>Model </a:t>
            </a:r>
            <a:r>
              <a:rPr lang="en-US" sz="1600" dirty="0">
                <a:solidFill>
                  <a:srgbClr val="8F5902"/>
                </a:solidFill>
                <a:latin typeface="Consolas"/>
                <a:ea typeface="+mn-lt"/>
                <a:cs typeface="+mn-lt"/>
              </a:rPr>
              <a:t>&lt;-</a:t>
            </a:r>
            <a:r>
              <a:rPr lang="en-US" sz="1600" dirty="0">
                <a:latin typeface="Consolas"/>
                <a:ea typeface="+mn-lt"/>
                <a:cs typeface="+mn-lt"/>
              </a:rPr>
              <a:t> </a:t>
            </a:r>
            <a:r>
              <a:rPr lang="en-US" sz="1600" b="1" dirty="0" err="1">
                <a:solidFill>
                  <a:srgbClr val="204A87"/>
                </a:solidFill>
                <a:latin typeface="Consolas"/>
                <a:ea typeface="+mn-lt"/>
                <a:cs typeface="+mn-lt"/>
              </a:rPr>
              <a:t>lm</a:t>
            </a:r>
            <a:r>
              <a:rPr lang="en-US" sz="1600" dirty="0">
                <a:latin typeface="Consolas"/>
                <a:ea typeface="+mn-lt"/>
                <a:cs typeface="+mn-lt"/>
              </a:rPr>
              <a:t>(price </a:t>
            </a:r>
            <a:r>
              <a:rPr lang="en-US" sz="1600" b="1" dirty="0">
                <a:solidFill>
                  <a:srgbClr val="CE5C00"/>
                </a:solidFill>
                <a:latin typeface="Consolas"/>
                <a:ea typeface="+mn-lt"/>
                <a:cs typeface="+mn-lt"/>
              </a:rPr>
              <a:t>~</a:t>
            </a:r>
            <a:r>
              <a:rPr lang="en-US" sz="1600" dirty="0">
                <a:latin typeface="Consolas"/>
                <a:ea typeface="+mn-lt"/>
                <a:cs typeface="+mn-lt"/>
              </a:rPr>
              <a:t> </a:t>
            </a:r>
            <a:r>
              <a:rPr lang="en-US" sz="1600" dirty="0" err="1">
                <a:latin typeface="Consolas"/>
                <a:ea typeface="+mn-lt"/>
                <a:cs typeface="+mn-lt"/>
              </a:rPr>
              <a:t>property_size_sqft</a:t>
            </a:r>
            <a:r>
              <a:rPr lang="en-US" sz="1600" dirty="0">
                <a:latin typeface="Consolas"/>
                <a:ea typeface="+mn-lt"/>
                <a:cs typeface="+mn-lt"/>
              </a:rPr>
              <a:t> </a:t>
            </a:r>
            <a:r>
              <a:rPr lang="en-US" sz="1600" b="1" dirty="0">
                <a:solidFill>
                  <a:srgbClr val="CE5C00"/>
                </a:solidFill>
                <a:latin typeface="Consolas"/>
                <a:ea typeface="+mn-lt"/>
                <a:cs typeface="+mn-lt"/>
              </a:rPr>
              <a:t>+</a:t>
            </a:r>
            <a:r>
              <a:rPr lang="en-US" sz="1600" dirty="0">
                <a:latin typeface="Consolas"/>
                <a:ea typeface="+mn-lt"/>
                <a:cs typeface="+mn-lt"/>
              </a:rPr>
              <a:t> </a:t>
            </a:r>
            <a:r>
              <a:rPr lang="en-US" sz="1600" dirty="0" err="1">
                <a:latin typeface="Consolas"/>
                <a:ea typeface="+mn-lt"/>
                <a:cs typeface="+mn-lt"/>
              </a:rPr>
              <a:t>satisfaction_score</a:t>
            </a:r>
            <a:r>
              <a:rPr lang="en-US" sz="1600" dirty="0">
                <a:latin typeface="Consolas"/>
                <a:ea typeface="+mn-lt"/>
                <a:cs typeface="+mn-lt"/>
              </a:rPr>
              <a:t> </a:t>
            </a:r>
            <a:r>
              <a:rPr lang="en-US" sz="1600" b="1" dirty="0">
                <a:solidFill>
                  <a:srgbClr val="CE5C00"/>
                </a:solidFill>
                <a:latin typeface="Consolas"/>
                <a:ea typeface="+mn-lt"/>
                <a:cs typeface="+mn-lt"/>
              </a:rPr>
              <a:t>+</a:t>
            </a:r>
            <a:r>
              <a:rPr lang="en-US" sz="1600" dirty="0">
                <a:latin typeface="Consolas"/>
                <a:ea typeface="+mn-lt"/>
                <a:cs typeface="+mn-lt"/>
              </a:rPr>
              <a:t> </a:t>
            </a:r>
            <a:r>
              <a:rPr lang="en-US" sz="1600" dirty="0" err="1">
                <a:latin typeface="Consolas"/>
                <a:ea typeface="+mn-lt"/>
                <a:cs typeface="+mn-lt"/>
              </a:rPr>
              <a:t>emi_to_income_ratio</a:t>
            </a:r>
            <a:r>
              <a:rPr lang="en-US" sz="1600" dirty="0">
                <a:latin typeface="Consolas"/>
                <a:ea typeface="+mn-lt"/>
                <a:cs typeface="+mn-lt"/>
              </a:rPr>
              <a:t> </a:t>
            </a:r>
            <a:r>
              <a:rPr lang="en-US" sz="1600" b="1" dirty="0">
                <a:solidFill>
                  <a:srgbClr val="CE5C00"/>
                </a:solidFill>
                <a:latin typeface="Consolas"/>
                <a:ea typeface="+mn-lt"/>
                <a:cs typeface="+mn-lt"/>
              </a:rPr>
              <a:t>+</a:t>
            </a:r>
            <a:r>
              <a:rPr lang="en-US" sz="1600" dirty="0">
                <a:latin typeface="Consolas"/>
                <a:ea typeface="+mn-lt"/>
                <a:cs typeface="+mn-lt"/>
              </a:rPr>
              <a:t> </a:t>
            </a:r>
            <a:br>
              <a:rPr lang="en-US" sz="1600" dirty="0">
                <a:latin typeface="Consolas"/>
                <a:ea typeface="+mn-lt"/>
                <a:cs typeface="+mn-lt"/>
              </a:rPr>
            </a:br>
            <a:r>
              <a:rPr lang="en-US" sz="1600" dirty="0">
                <a:latin typeface="Consolas"/>
                <a:ea typeface="+mn-lt"/>
                <a:cs typeface="+mn-lt"/>
              </a:rPr>
              <a:t>             </a:t>
            </a:r>
            <a:r>
              <a:rPr lang="en-US" sz="1600" dirty="0" err="1">
                <a:latin typeface="Consolas"/>
                <a:ea typeface="+mn-lt"/>
                <a:cs typeface="+mn-lt"/>
              </a:rPr>
              <a:t>property_size_sqft</a:t>
            </a:r>
            <a:r>
              <a:rPr lang="en-US" sz="1600" b="1" dirty="0">
                <a:solidFill>
                  <a:srgbClr val="CE5C00"/>
                </a:solidFill>
                <a:latin typeface="Consolas"/>
                <a:ea typeface="+mn-lt"/>
                <a:cs typeface="+mn-lt"/>
              </a:rPr>
              <a:t>*</a:t>
            </a:r>
            <a:r>
              <a:rPr lang="en-US" sz="1600" b="1" dirty="0">
                <a:solidFill>
                  <a:srgbClr val="204A87"/>
                </a:solidFill>
                <a:latin typeface="Consolas"/>
                <a:ea typeface="+mn-lt"/>
                <a:cs typeface="+mn-lt"/>
              </a:rPr>
              <a:t>factor</a:t>
            </a:r>
            <a:r>
              <a:rPr lang="en-US" sz="1600" dirty="0">
                <a:latin typeface="Consolas"/>
                <a:ea typeface="+mn-lt"/>
                <a:cs typeface="+mn-lt"/>
              </a:rPr>
              <a:t>(city) </a:t>
            </a:r>
            <a:r>
              <a:rPr lang="en-US" sz="1600" b="1" dirty="0">
                <a:solidFill>
                  <a:srgbClr val="CE5C00"/>
                </a:solidFill>
                <a:latin typeface="Consolas"/>
                <a:ea typeface="+mn-lt"/>
                <a:cs typeface="+mn-lt"/>
              </a:rPr>
              <a:t>+</a:t>
            </a:r>
            <a:r>
              <a:rPr lang="en-US" sz="1600" dirty="0">
                <a:latin typeface="Consolas"/>
                <a:ea typeface="+mn-lt"/>
                <a:cs typeface="+mn-lt"/>
              </a:rPr>
              <a:t> </a:t>
            </a:r>
            <a:r>
              <a:rPr lang="en-US" sz="1600" dirty="0" err="1">
                <a:latin typeface="Consolas"/>
                <a:ea typeface="+mn-lt"/>
                <a:cs typeface="+mn-lt"/>
              </a:rPr>
              <a:t>satisfaction_score</a:t>
            </a:r>
            <a:r>
              <a:rPr lang="en-US" sz="1600" b="1" dirty="0">
                <a:solidFill>
                  <a:srgbClr val="CE5C00"/>
                </a:solidFill>
                <a:latin typeface="Consolas"/>
                <a:ea typeface="+mn-lt"/>
                <a:cs typeface="+mn-lt"/>
              </a:rPr>
              <a:t>*</a:t>
            </a:r>
            <a:r>
              <a:rPr lang="en-US" sz="1600" b="1" dirty="0">
                <a:solidFill>
                  <a:srgbClr val="204A87"/>
                </a:solidFill>
                <a:latin typeface="Consolas"/>
                <a:ea typeface="+mn-lt"/>
                <a:cs typeface="+mn-lt"/>
              </a:rPr>
              <a:t>factor</a:t>
            </a:r>
            <a:r>
              <a:rPr lang="en-US" sz="1600" dirty="0">
                <a:latin typeface="Consolas"/>
                <a:ea typeface="+mn-lt"/>
                <a:cs typeface="+mn-lt"/>
              </a:rPr>
              <a:t>(city) </a:t>
            </a:r>
            <a:r>
              <a:rPr lang="en-US" sz="1600" b="1" dirty="0">
                <a:solidFill>
                  <a:srgbClr val="CE5C00"/>
                </a:solidFill>
                <a:latin typeface="Consolas"/>
                <a:ea typeface="+mn-lt"/>
                <a:cs typeface="+mn-lt"/>
              </a:rPr>
              <a:t>+</a:t>
            </a:r>
            <a:r>
              <a:rPr lang="en-US" sz="1600" dirty="0">
                <a:latin typeface="Consolas"/>
                <a:ea typeface="+mn-lt"/>
                <a:cs typeface="+mn-lt"/>
              </a:rPr>
              <a:t> </a:t>
            </a:r>
            <a:br>
              <a:rPr lang="en-US" sz="1600" dirty="0">
                <a:latin typeface="Consolas"/>
                <a:ea typeface="+mn-lt"/>
                <a:cs typeface="+mn-lt"/>
              </a:rPr>
            </a:br>
            <a:r>
              <a:rPr lang="en-US" sz="1600" dirty="0">
                <a:latin typeface="Consolas"/>
                <a:ea typeface="+mn-lt"/>
                <a:cs typeface="+mn-lt"/>
              </a:rPr>
              <a:t>              </a:t>
            </a:r>
            <a:r>
              <a:rPr lang="en-US" sz="1600" dirty="0" err="1">
                <a:latin typeface="Consolas"/>
                <a:ea typeface="+mn-lt"/>
                <a:cs typeface="+mn-lt"/>
              </a:rPr>
              <a:t>emi_to_income_ratio</a:t>
            </a:r>
            <a:r>
              <a:rPr lang="en-US" sz="1600" b="1" dirty="0">
                <a:solidFill>
                  <a:srgbClr val="CE5C00"/>
                </a:solidFill>
                <a:latin typeface="Consolas"/>
                <a:ea typeface="+mn-lt"/>
                <a:cs typeface="+mn-lt"/>
              </a:rPr>
              <a:t>*</a:t>
            </a:r>
            <a:r>
              <a:rPr lang="en-US" sz="1600" b="1" dirty="0">
                <a:solidFill>
                  <a:srgbClr val="204A87"/>
                </a:solidFill>
                <a:latin typeface="Consolas"/>
                <a:ea typeface="+mn-lt"/>
                <a:cs typeface="+mn-lt"/>
              </a:rPr>
              <a:t>factor</a:t>
            </a:r>
            <a:r>
              <a:rPr lang="en-US" sz="1600" dirty="0">
                <a:latin typeface="Consolas"/>
                <a:ea typeface="+mn-lt"/>
                <a:cs typeface="+mn-lt"/>
              </a:rPr>
              <a:t>(city), </a:t>
            </a:r>
            <a:r>
              <a:rPr lang="en-US" sz="1600" dirty="0">
                <a:solidFill>
                  <a:srgbClr val="204A87"/>
                </a:solidFill>
                <a:latin typeface="Consolas"/>
                <a:ea typeface="+mn-lt"/>
                <a:cs typeface="+mn-lt"/>
              </a:rPr>
              <a:t>data =</a:t>
            </a:r>
            <a:r>
              <a:rPr lang="en-US" sz="1600" dirty="0">
                <a:latin typeface="Consolas"/>
                <a:ea typeface="+mn-lt"/>
                <a:cs typeface="+mn-lt"/>
              </a:rPr>
              <a:t> </a:t>
            </a:r>
            <a:r>
              <a:rPr lang="en-US" sz="1600" dirty="0" err="1">
                <a:latin typeface="Consolas"/>
                <a:ea typeface="+mn-lt"/>
                <a:cs typeface="+mn-lt"/>
              </a:rPr>
              <a:t>df</a:t>
            </a:r>
            <a:r>
              <a:rPr lang="en-US" sz="1600" dirty="0">
                <a:latin typeface="Consolas"/>
                <a:ea typeface="+mn-lt"/>
                <a:cs typeface="+mn-lt"/>
              </a:rPr>
              <a:t>)</a:t>
            </a:r>
          </a:p>
          <a:p>
            <a:r>
              <a:rPr lang="en-US" dirty="0"/>
              <a:t>No signs of non-linearity</a:t>
            </a:r>
            <a:r>
              <a:rPr lang="en-US"/>
              <a:t> (residuals vs. fitted plot </a:t>
            </a:r>
            <a:r>
              <a:rPr lang="en-US" dirty="0"/>
              <a:t>has no pattern </a:t>
            </a:r>
            <a:r>
              <a:rPr lang="en-US"/>
              <a:t>or curve) </a:t>
            </a:r>
          </a:p>
          <a:p>
            <a:r>
              <a:rPr lang="en-US" dirty="0"/>
              <a:t>heteroskedasticity (BP p = </a:t>
            </a:r>
            <a:r>
              <a:rPr lang="en-US"/>
              <a:t>0.9386</a:t>
            </a:r>
            <a:r>
              <a:rPr lang="en-US" dirty="0"/>
              <a:t>)</a:t>
            </a:r>
          </a:p>
          <a:p>
            <a:endParaRPr lang="en-US" dirty="0"/>
          </a:p>
          <a:p>
            <a:r>
              <a:rPr lang="en-US" dirty="0"/>
              <a:t>There were signs of</a:t>
            </a:r>
          </a:p>
          <a:p>
            <a:pPr marL="285750" indent="-285750">
              <a:buFont typeface="Arial"/>
              <a:buChar char="•"/>
            </a:pPr>
            <a:r>
              <a:rPr lang="en-US" dirty="0"/>
              <a:t>Non-normal errors</a:t>
            </a:r>
            <a:r>
              <a:rPr lang="en-US"/>
              <a:t> (non-normal histogram)</a:t>
            </a:r>
          </a:p>
          <a:p>
            <a:pPr marL="285750" indent="-285750">
              <a:buFont typeface="Arial"/>
              <a:buChar char="•"/>
            </a:pPr>
            <a:r>
              <a:rPr lang="en-US"/>
              <a:t>Multicollinearity (VIF &gt;10)</a:t>
            </a:r>
            <a:endParaRPr lang="en-US" dirty="0"/>
          </a:p>
          <a:p>
            <a:pPr marL="285750" indent="-285750">
              <a:buFont typeface="Arial"/>
              <a:buChar char="•"/>
            </a:pPr>
            <a:endParaRPr lang="en-US" dirty="0"/>
          </a:p>
          <a:p>
            <a:r>
              <a:rPr lang="en-US"/>
              <a:t>Small amounts of outliers present</a:t>
            </a:r>
            <a:endParaRPr lang="en-US" dirty="0"/>
          </a:p>
          <a:p>
            <a:endParaRPr lang="en-US" dirty="0"/>
          </a:p>
          <a:p>
            <a:endParaRPr lang="en-US" dirty="0"/>
          </a:p>
        </p:txBody>
      </p:sp>
      <p:pic>
        <p:nvPicPr>
          <p:cNvPr id="9" name="Content Placeholder 8">
            <a:extLst>
              <a:ext uri="{FF2B5EF4-FFF2-40B4-BE49-F238E27FC236}">
                <a16:creationId xmlns:a16="http://schemas.microsoft.com/office/drawing/2014/main" id="{09481DCA-F024-4D48-93CF-8233DADDA196}"/>
              </a:ext>
            </a:extLst>
          </p:cNvPr>
          <p:cNvPicPr>
            <a:picLocks noGrp="1" noChangeAspect="1"/>
          </p:cNvPicPr>
          <p:nvPr>
            <p:ph idx="1"/>
          </p:nvPr>
        </p:nvPicPr>
        <p:blipFill>
          <a:blip r:embed="rId2"/>
          <a:stretch>
            <a:fillRect/>
          </a:stretch>
        </p:blipFill>
        <p:spPr>
          <a:xfrm>
            <a:off x="8502410" y="1818546"/>
            <a:ext cx="3350104" cy="2706753"/>
          </a:xfrm>
          <a:prstGeom prst="rect">
            <a:avLst/>
          </a:prstGeom>
        </p:spPr>
      </p:pic>
      <p:pic>
        <p:nvPicPr>
          <p:cNvPr id="10" name="Picture 9" descr="A graph of residuals&#10;&#10;AI-generated content may be incorrect.">
            <a:extLst>
              <a:ext uri="{FF2B5EF4-FFF2-40B4-BE49-F238E27FC236}">
                <a16:creationId xmlns:a16="http://schemas.microsoft.com/office/drawing/2014/main" id="{0F233A97-7187-8E43-4C9F-16DC6F6985F9}"/>
              </a:ext>
            </a:extLst>
          </p:cNvPr>
          <p:cNvPicPr>
            <a:picLocks noChangeAspect="1"/>
          </p:cNvPicPr>
          <p:nvPr/>
        </p:nvPicPr>
        <p:blipFill>
          <a:blip r:embed="rId3"/>
          <a:stretch>
            <a:fillRect/>
          </a:stretch>
        </p:blipFill>
        <p:spPr>
          <a:xfrm>
            <a:off x="9010650" y="4638675"/>
            <a:ext cx="2838450" cy="2219325"/>
          </a:xfrm>
          <a:prstGeom prst="rect">
            <a:avLst/>
          </a:prstGeom>
        </p:spPr>
      </p:pic>
      <p:pic>
        <p:nvPicPr>
          <p:cNvPr id="11" name="Picture 10">
            <a:extLst>
              <a:ext uri="{FF2B5EF4-FFF2-40B4-BE49-F238E27FC236}">
                <a16:creationId xmlns:a16="http://schemas.microsoft.com/office/drawing/2014/main" id="{D7BED631-EE0B-8B70-A2D6-275624CEDFEC}"/>
              </a:ext>
            </a:extLst>
          </p:cNvPr>
          <p:cNvPicPr>
            <a:picLocks noChangeAspect="1"/>
          </p:cNvPicPr>
          <p:nvPr/>
        </p:nvPicPr>
        <p:blipFill>
          <a:blip r:embed="rId4"/>
          <a:stretch>
            <a:fillRect/>
          </a:stretch>
        </p:blipFill>
        <p:spPr>
          <a:xfrm>
            <a:off x="5724525" y="4257675"/>
            <a:ext cx="3286125" cy="2600325"/>
          </a:xfrm>
          <a:prstGeom prst="rect">
            <a:avLst/>
          </a:prstGeom>
        </p:spPr>
      </p:pic>
    </p:spTree>
    <p:extLst>
      <p:ext uri="{BB962C8B-B14F-4D97-AF65-F5344CB8AC3E}">
        <p14:creationId xmlns:p14="http://schemas.microsoft.com/office/powerpoint/2010/main" val="41938643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931B8-5347-DEDB-B824-E3AD4C53A9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97D10-9B57-2050-6187-8E23972C0382}"/>
              </a:ext>
            </a:extLst>
          </p:cNvPr>
          <p:cNvSpPr>
            <a:spLocks noGrp="1"/>
          </p:cNvSpPr>
          <p:nvPr>
            <p:ph type="title"/>
          </p:nvPr>
        </p:nvSpPr>
        <p:spPr/>
        <p:txBody>
          <a:bodyPr/>
          <a:lstStyle/>
          <a:p>
            <a:r>
              <a:rPr lang="en-US" dirty="0"/>
              <a:t>Results – Full model</a:t>
            </a:r>
          </a:p>
        </p:txBody>
      </p:sp>
      <p:sp>
        <p:nvSpPr>
          <p:cNvPr id="8" name="TextBox 7">
            <a:extLst>
              <a:ext uri="{FF2B5EF4-FFF2-40B4-BE49-F238E27FC236}">
                <a16:creationId xmlns:a16="http://schemas.microsoft.com/office/drawing/2014/main" id="{E5B48D5B-EDD4-66CA-38D7-1A3D54672B03}"/>
              </a:ext>
            </a:extLst>
          </p:cNvPr>
          <p:cNvSpPr txBox="1"/>
          <p:nvPr/>
        </p:nvSpPr>
        <p:spPr>
          <a:xfrm>
            <a:off x="494631" y="1852695"/>
            <a:ext cx="6229684" cy="64633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Cleaned Model: </a:t>
            </a:r>
          </a:p>
          <a:p>
            <a:pPr marL="285750" indent="-285750">
              <a:buFont typeface="Calibri"/>
              <a:buChar char="-"/>
            </a:pPr>
            <a:r>
              <a:rPr lang="en-US" dirty="0"/>
              <a:t>Shapiro Wilk- 4.152e-07 (still significant, but larger than the original model)</a:t>
            </a:r>
          </a:p>
          <a:p>
            <a:pPr marL="285750" indent="-285750">
              <a:buFont typeface="Calibri"/>
              <a:buChar char="-"/>
            </a:pPr>
            <a:r>
              <a:rPr lang="en-US" dirty="0"/>
              <a:t>BP Test – 0.3803 (not significant)</a:t>
            </a:r>
          </a:p>
          <a:p>
            <a:pPr marL="285750" indent="-285750">
              <a:buFont typeface="Calibri"/>
              <a:buChar char="-"/>
            </a:pPr>
            <a:r>
              <a:rPr lang="en-US" dirty="0"/>
              <a:t>VIF – all values &gt;8</a:t>
            </a:r>
          </a:p>
          <a:p>
            <a:pPr marL="285750" indent="-285750">
              <a:buFont typeface="Calibri"/>
              <a:buChar char="-"/>
            </a:pPr>
            <a:endParaRPr lang="en-US" dirty="0"/>
          </a:p>
          <a:p>
            <a:r>
              <a:rPr lang="en-US" dirty="0"/>
              <a:t>Weighted Least Squares: (Normality)</a:t>
            </a:r>
          </a:p>
          <a:p>
            <a:pPr marL="285750" indent="-285750">
              <a:buFont typeface="Calibri"/>
              <a:buChar char="-"/>
            </a:pPr>
            <a:r>
              <a:rPr lang="en-US" dirty="0"/>
              <a:t>WLS Shapiro-Wilk: 0.000135</a:t>
            </a:r>
          </a:p>
          <a:p>
            <a:pPr marL="285750" indent="-285750">
              <a:buFont typeface="Calibri"/>
              <a:buChar char="-"/>
            </a:pPr>
            <a:r>
              <a:rPr lang="en-US" dirty="0"/>
              <a:t>Bootstrapped CI</a:t>
            </a:r>
          </a:p>
          <a:p>
            <a:pPr marL="742950" lvl="1" indent="-285750">
              <a:buFont typeface="Calibri,Sans-Serif"/>
              <a:buChar char="-"/>
            </a:pPr>
            <a:r>
              <a:rPr lang="en-US" dirty="0"/>
              <a:t>Property Size (398.71, 400.35)</a:t>
            </a:r>
          </a:p>
          <a:p>
            <a:pPr marL="742950" lvl="1" indent="-285750">
              <a:buFont typeface="Calibri,Sans-Serif"/>
              <a:buChar char="-"/>
            </a:pPr>
            <a:r>
              <a:rPr lang="en-US" dirty="0"/>
              <a:t>EMI </a:t>
            </a:r>
            <a:r>
              <a:rPr lang="en-US" dirty="0" err="1"/>
              <a:t>Ratio:Manchester</a:t>
            </a:r>
            <a:r>
              <a:rPr lang="en-US" dirty="0"/>
              <a:t> (-3.816e+04, -1828.79)</a:t>
            </a:r>
          </a:p>
          <a:p>
            <a:endParaRPr lang="en-US"/>
          </a:p>
          <a:p>
            <a:r>
              <a:rPr lang="en-US" dirty="0"/>
              <a:t>Ridge Regression: (Multicollinearity)</a:t>
            </a:r>
          </a:p>
          <a:p>
            <a:pPr marL="285750" indent="-285750">
              <a:buFont typeface="Calibri"/>
              <a:buChar char="-"/>
            </a:pPr>
            <a:r>
              <a:rPr lang="en-US" dirty="0"/>
              <a:t>Bootstrapped CI</a:t>
            </a:r>
          </a:p>
          <a:p>
            <a:pPr marL="742950" lvl="1" indent="-285750">
              <a:buFont typeface="Calibri"/>
              <a:buChar char="-"/>
            </a:pPr>
            <a:r>
              <a:rPr lang="en-US" dirty="0"/>
              <a:t>Property Size (399.71, 400.13)</a:t>
            </a:r>
          </a:p>
          <a:p>
            <a:pPr marL="285750" indent="-285750">
              <a:buFont typeface="Calibri"/>
              <a:buChar char="-"/>
            </a:pPr>
            <a:endParaRPr lang="en-US" dirty="0"/>
          </a:p>
          <a:p>
            <a:pPr marL="742950" lvl="1" indent="-285750">
              <a:buFont typeface="Calibri"/>
              <a:buChar char="-"/>
            </a:pPr>
            <a:endParaRPr lang="en-US" dirty="0"/>
          </a:p>
          <a:p>
            <a:endParaRPr lang="en-US" dirty="0"/>
          </a:p>
          <a:p>
            <a:endParaRPr lang="en-US" dirty="0"/>
          </a:p>
          <a:p>
            <a:endParaRPr lang="en-US" dirty="0"/>
          </a:p>
          <a:p>
            <a:pPr marL="285750" indent="-285750">
              <a:buFont typeface="Arial"/>
              <a:buChar char="•"/>
            </a:pPr>
            <a:endParaRPr lang="en-US" dirty="0"/>
          </a:p>
          <a:p>
            <a:endParaRPr lang="en-US" dirty="0"/>
          </a:p>
          <a:p>
            <a:endParaRPr lang="en-US" dirty="0"/>
          </a:p>
        </p:txBody>
      </p:sp>
      <p:pic>
        <p:nvPicPr>
          <p:cNvPr id="3" name="Picture 2">
            <a:extLst>
              <a:ext uri="{FF2B5EF4-FFF2-40B4-BE49-F238E27FC236}">
                <a16:creationId xmlns:a16="http://schemas.microsoft.com/office/drawing/2014/main" id="{557EAF5C-E764-8852-2B4A-EE0119246841}"/>
              </a:ext>
            </a:extLst>
          </p:cNvPr>
          <p:cNvPicPr>
            <a:picLocks noChangeAspect="1"/>
          </p:cNvPicPr>
          <p:nvPr/>
        </p:nvPicPr>
        <p:blipFill>
          <a:blip r:embed="rId3"/>
          <a:stretch>
            <a:fillRect/>
          </a:stretch>
        </p:blipFill>
        <p:spPr>
          <a:xfrm>
            <a:off x="8168237" y="882396"/>
            <a:ext cx="3180631" cy="1790319"/>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4E903A6F-74D7-A402-E2F3-784A3F70279B}"/>
              </a:ext>
            </a:extLst>
          </p:cNvPr>
          <p:cNvPicPr>
            <a:picLocks noChangeAspect="1"/>
          </p:cNvPicPr>
          <p:nvPr/>
        </p:nvPicPr>
        <p:blipFill>
          <a:blip r:embed="rId4"/>
          <a:stretch>
            <a:fillRect/>
          </a:stretch>
        </p:blipFill>
        <p:spPr>
          <a:xfrm>
            <a:off x="6096000" y="2967308"/>
            <a:ext cx="5961888" cy="1535649"/>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FFE02ADC-3FFF-FCCC-BC8B-63EB02B815DF}"/>
              </a:ext>
            </a:extLst>
          </p:cNvPr>
          <p:cNvPicPr>
            <a:picLocks noChangeAspect="1"/>
          </p:cNvPicPr>
          <p:nvPr/>
        </p:nvPicPr>
        <p:blipFill>
          <a:blip r:embed="rId5"/>
          <a:stretch>
            <a:fillRect/>
          </a:stretch>
        </p:blipFill>
        <p:spPr>
          <a:xfrm>
            <a:off x="6077712" y="4938175"/>
            <a:ext cx="5974080" cy="1649292"/>
          </a:xfrm>
          <a:prstGeom prst="rect">
            <a:avLst/>
          </a:prstGeom>
        </p:spPr>
      </p:pic>
      <p:sp>
        <p:nvSpPr>
          <p:cNvPr id="9" name="Rectangle 8">
            <a:extLst>
              <a:ext uri="{FF2B5EF4-FFF2-40B4-BE49-F238E27FC236}">
                <a16:creationId xmlns:a16="http://schemas.microsoft.com/office/drawing/2014/main" id="{7E87C70F-FBB3-3DBA-9AD4-A8000C6FBF90}"/>
              </a:ext>
            </a:extLst>
          </p:cNvPr>
          <p:cNvSpPr/>
          <p:nvPr/>
        </p:nvSpPr>
        <p:spPr>
          <a:xfrm>
            <a:off x="8170925" y="879729"/>
            <a:ext cx="3193541" cy="179527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7820C0D-43B9-0003-D443-77561DD22182}"/>
              </a:ext>
            </a:extLst>
          </p:cNvPr>
          <p:cNvSpPr/>
          <p:nvPr/>
        </p:nvSpPr>
        <p:spPr>
          <a:xfrm>
            <a:off x="6092189" y="2983737"/>
            <a:ext cx="5961125" cy="1551432"/>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4763CC3-7596-FC00-6B20-31B9670FF12E}"/>
              </a:ext>
            </a:extLst>
          </p:cNvPr>
          <p:cNvSpPr/>
          <p:nvPr/>
        </p:nvSpPr>
        <p:spPr>
          <a:xfrm>
            <a:off x="6092189" y="4938718"/>
            <a:ext cx="5967221" cy="1648968"/>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EE93C33-B737-8922-CA83-47ED2BF5A44B}"/>
              </a:ext>
            </a:extLst>
          </p:cNvPr>
          <p:cNvSpPr txBox="1"/>
          <p:nvPr/>
        </p:nvSpPr>
        <p:spPr>
          <a:xfrm>
            <a:off x="6081203" y="2729884"/>
            <a:ext cx="45719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chemeClr val="accent2"/>
                </a:solidFill>
              </a:rPr>
              <a:t>WLS Bootstrapped Confidence Intervals</a:t>
            </a:r>
          </a:p>
        </p:txBody>
      </p:sp>
      <p:sp>
        <p:nvSpPr>
          <p:cNvPr id="15" name="TextBox 14">
            <a:extLst>
              <a:ext uri="{FF2B5EF4-FFF2-40B4-BE49-F238E27FC236}">
                <a16:creationId xmlns:a16="http://schemas.microsoft.com/office/drawing/2014/main" id="{8D98BA43-517E-660A-ED05-D6BB132ED1C7}"/>
              </a:ext>
            </a:extLst>
          </p:cNvPr>
          <p:cNvSpPr txBox="1"/>
          <p:nvPr/>
        </p:nvSpPr>
        <p:spPr>
          <a:xfrm>
            <a:off x="6081203" y="4697767"/>
            <a:ext cx="45719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dirty="0">
                <a:solidFill>
                  <a:schemeClr val="accent2"/>
                </a:solidFill>
              </a:rPr>
              <a:t>Ridge Regression Bootstrapped Confidence Intervals</a:t>
            </a:r>
          </a:p>
        </p:txBody>
      </p:sp>
    </p:spTree>
    <p:extLst>
      <p:ext uri="{BB962C8B-B14F-4D97-AF65-F5344CB8AC3E}">
        <p14:creationId xmlns:p14="http://schemas.microsoft.com/office/powerpoint/2010/main" val="4074864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8A94A-2AA4-47BE-AB3B-A41B8C9D55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6CFED0-D7E9-07D1-5416-A23D5D8F8A90}"/>
              </a:ext>
            </a:extLst>
          </p:cNvPr>
          <p:cNvSpPr>
            <a:spLocks noGrp="1"/>
          </p:cNvSpPr>
          <p:nvPr>
            <p:ph type="title"/>
          </p:nvPr>
        </p:nvSpPr>
        <p:spPr/>
        <p:txBody>
          <a:bodyPr/>
          <a:lstStyle/>
          <a:p>
            <a:r>
              <a:rPr lang="en-US" dirty="0"/>
              <a:t>Discussion</a:t>
            </a:r>
          </a:p>
        </p:txBody>
      </p:sp>
      <p:sp>
        <p:nvSpPr>
          <p:cNvPr id="76" name="Content Placeholder 75">
            <a:extLst>
              <a:ext uri="{FF2B5EF4-FFF2-40B4-BE49-F238E27FC236}">
                <a16:creationId xmlns:a16="http://schemas.microsoft.com/office/drawing/2014/main" id="{8BACAEF6-C172-371C-AE4D-62B5712122FD}"/>
              </a:ext>
            </a:extLst>
          </p:cNvPr>
          <p:cNvSpPr>
            <a:spLocks noGrp="1"/>
          </p:cNvSpPr>
          <p:nvPr>
            <p:ph idx="1"/>
          </p:nvPr>
        </p:nvSpPr>
        <p:spPr/>
        <p:txBody>
          <a:bodyPr/>
          <a:lstStyle/>
          <a:p>
            <a:pPr marL="0" indent="0">
              <a:buNone/>
            </a:pPr>
            <a:endParaRPr lang="en-US" sz="2000" dirty="0"/>
          </a:p>
          <a:p>
            <a:pPr marL="0" indent="0">
              <a:buNone/>
            </a:pPr>
            <a:endParaRPr lang="en-US" dirty="0"/>
          </a:p>
        </p:txBody>
      </p:sp>
      <p:pic>
        <p:nvPicPr>
          <p:cNvPr id="3" name="Picture 2" descr="A computer screen shot of a table&#10;&#10;AI-generated content may be incorrect.">
            <a:extLst>
              <a:ext uri="{FF2B5EF4-FFF2-40B4-BE49-F238E27FC236}">
                <a16:creationId xmlns:a16="http://schemas.microsoft.com/office/drawing/2014/main" id="{D3B62117-3382-9F44-5212-C9B6C0F12BBB}"/>
              </a:ext>
            </a:extLst>
          </p:cNvPr>
          <p:cNvPicPr>
            <a:picLocks noChangeAspect="1"/>
          </p:cNvPicPr>
          <p:nvPr/>
        </p:nvPicPr>
        <p:blipFill>
          <a:blip r:embed="rId2"/>
          <a:stretch>
            <a:fillRect/>
          </a:stretch>
        </p:blipFill>
        <p:spPr>
          <a:xfrm>
            <a:off x="6638925" y="1895475"/>
            <a:ext cx="5124450" cy="1971675"/>
          </a:xfrm>
          <a:prstGeom prst="rect">
            <a:avLst/>
          </a:prstGeom>
        </p:spPr>
      </p:pic>
      <p:sp>
        <p:nvSpPr>
          <p:cNvPr id="4" name="TextBox 3">
            <a:extLst>
              <a:ext uri="{FF2B5EF4-FFF2-40B4-BE49-F238E27FC236}">
                <a16:creationId xmlns:a16="http://schemas.microsoft.com/office/drawing/2014/main" id="{59AE11E1-2D03-B399-349D-6B9ACF799FB3}"/>
              </a:ext>
            </a:extLst>
          </p:cNvPr>
          <p:cNvSpPr txBox="1"/>
          <p:nvPr/>
        </p:nvSpPr>
        <p:spPr>
          <a:xfrm>
            <a:off x="454526" y="2058736"/>
            <a:ext cx="5641473" cy="34624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5" name="TextBox 4">
            <a:extLst>
              <a:ext uri="{FF2B5EF4-FFF2-40B4-BE49-F238E27FC236}">
                <a16:creationId xmlns:a16="http://schemas.microsoft.com/office/drawing/2014/main" id="{1F97D386-12AF-2CCE-98AE-8733A56E3065}"/>
              </a:ext>
            </a:extLst>
          </p:cNvPr>
          <p:cNvSpPr txBox="1"/>
          <p:nvPr/>
        </p:nvSpPr>
        <p:spPr>
          <a:xfrm>
            <a:off x="458202" y="2058569"/>
            <a:ext cx="5638800"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Our ANOVA produces a significant F statistic.</a:t>
            </a:r>
          </a:p>
          <a:p>
            <a:endParaRPr lang="en-US" dirty="0"/>
          </a:p>
          <a:p>
            <a:r>
              <a:rPr lang="en-US" dirty="0">
                <a:ea typeface="+mn-lt"/>
                <a:cs typeface="+mn-lt"/>
              </a:rPr>
              <a:t>Therefore we reject the null hypothesis and conclude that this study provides evidence at the .05 significance level that the relationship between price and one or more predictors depends on city.</a:t>
            </a:r>
          </a:p>
          <a:p>
            <a:endParaRPr lang="en-US" dirty="0"/>
          </a:p>
          <a:p>
            <a:r>
              <a:rPr lang="en-US"/>
              <a:t>While intuitive at first, we learned that city does play a significant role in determining the price of property in the UK.</a:t>
            </a:r>
            <a:endParaRPr lang="en-US" dirty="0"/>
          </a:p>
          <a:p>
            <a:endParaRPr lang="en-US" dirty="0"/>
          </a:p>
          <a:p>
            <a:r>
              <a:rPr lang="en-US"/>
              <a:t>Diagnostics served an important role in determining model choice.</a:t>
            </a:r>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7844065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3F8C7-1CB1-8230-F5BD-4DE8EA962340}"/>
              </a:ext>
            </a:extLst>
          </p:cNvPr>
          <p:cNvSpPr>
            <a:spLocks noGrp="1"/>
          </p:cNvSpPr>
          <p:nvPr>
            <p:ph type="title"/>
          </p:nvPr>
        </p:nvSpPr>
        <p:spPr/>
        <p:txBody>
          <a:bodyPr/>
          <a:lstStyle/>
          <a:p>
            <a:r>
              <a:rPr lang="en-US" dirty="0"/>
              <a:t>discussion</a:t>
            </a:r>
          </a:p>
        </p:txBody>
      </p:sp>
      <p:pic>
        <p:nvPicPr>
          <p:cNvPr id="4" name="Content Placeholder 3" descr="A screenshot of a computer&#10;&#10;AI-generated content may be incorrect.">
            <a:extLst>
              <a:ext uri="{FF2B5EF4-FFF2-40B4-BE49-F238E27FC236}">
                <a16:creationId xmlns:a16="http://schemas.microsoft.com/office/drawing/2014/main" id="{280E6AB5-012F-0922-9C5B-4B9577104E1A}"/>
              </a:ext>
            </a:extLst>
          </p:cNvPr>
          <p:cNvPicPr>
            <a:picLocks noGrp="1" noChangeAspect="1"/>
          </p:cNvPicPr>
          <p:nvPr>
            <p:ph idx="1"/>
          </p:nvPr>
        </p:nvPicPr>
        <p:blipFill>
          <a:blip r:embed="rId2"/>
          <a:stretch>
            <a:fillRect/>
          </a:stretch>
        </p:blipFill>
        <p:spPr>
          <a:xfrm>
            <a:off x="6801872" y="1828071"/>
            <a:ext cx="4970004" cy="5030853"/>
          </a:xfrm>
          <a:prstGeom prst="rect">
            <a:avLst/>
          </a:prstGeom>
        </p:spPr>
      </p:pic>
      <p:sp>
        <p:nvSpPr>
          <p:cNvPr id="5" name="TextBox 4">
            <a:extLst>
              <a:ext uri="{FF2B5EF4-FFF2-40B4-BE49-F238E27FC236}">
                <a16:creationId xmlns:a16="http://schemas.microsoft.com/office/drawing/2014/main" id="{3CE82303-3226-E6BD-1656-A51DDE73883B}"/>
              </a:ext>
            </a:extLst>
          </p:cNvPr>
          <p:cNvSpPr txBox="1"/>
          <p:nvPr/>
        </p:nvSpPr>
        <p:spPr>
          <a:xfrm>
            <a:off x="581025" y="2295525"/>
            <a:ext cx="6096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baseline="0" dirty="0">
                <a:latin typeface="Gill Sans MT"/>
              </a:rPr>
              <a:t>With WLS</a:t>
            </a:r>
            <a:r>
              <a:rPr lang="en-US" dirty="0">
                <a:latin typeface="Gill Sans MT"/>
              </a:rPr>
              <a:t> and bootstrapping</a:t>
            </a:r>
            <a:r>
              <a:rPr lang="en-US" sz="1800" baseline="0" dirty="0">
                <a:latin typeface="Gill Sans MT"/>
              </a:rPr>
              <a:t>, we get </a:t>
            </a:r>
            <a:r>
              <a:rPr lang="en-US" dirty="0">
                <a:latin typeface="Gill Sans MT"/>
              </a:rPr>
              <a:t>the following coefficient</a:t>
            </a:r>
            <a:r>
              <a:rPr lang="en-US" sz="1800" baseline="0" dirty="0">
                <a:latin typeface="Gill Sans MT"/>
              </a:rPr>
              <a:t> estimates</a:t>
            </a:r>
            <a:r>
              <a:rPr lang="en-US">
                <a:latin typeface="Gill Sans MT"/>
              </a:rPr>
              <a:t>.</a:t>
            </a:r>
            <a:r>
              <a:rPr lang="en-US"/>
              <a:t> </a:t>
            </a:r>
            <a:endParaRPr lang="en-US" dirty="0"/>
          </a:p>
          <a:p>
            <a:endParaRPr lang="en-US" dirty="0"/>
          </a:p>
          <a:p>
            <a:r>
              <a:rPr lang="en-US"/>
              <a:t>The final model tells us that homes in the UK </a:t>
            </a:r>
            <a:r>
              <a:rPr lang="en-US" dirty="0"/>
              <a:t>heavily depend </a:t>
            </a:r>
            <a:r>
              <a:rPr lang="en-US"/>
              <a:t>on city.</a:t>
            </a:r>
            <a:endParaRPr lang="en-US" dirty="0"/>
          </a:p>
          <a:p>
            <a:endParaRPr lang="en-US" dirty="0"/>
          </a:p>
          <a:p>
            <a:r>
              <a:rPr lang="en-US"/>
              <a:t>One limitation of this project is that we weren't able to comprehensively consider </a:t>
            </a:r>
            <a:r>
              <a:rPr lang="en-US" dirty="0"/>
              <a:t>every </a:t>
            </a:r>
            <a:r>
              <a:rPr lang="en-US"/>
              <a:t>potential variable due to time constraints</a:t>
            </a:r>
            <a:endParaRPr lang="en-US" dirty="0"/>
          </a:p>
          <a:p>
            <a:pPr algn="ctr"/>
            <a:endParaRPr lang="en-US"/>
          </a:p>
        </p:txBody>
      </p:sp>
    </p:spTree>
    <p:extLst>
      <p:ext uri="{BB962C8B-B14F-4D97-AF65-F5344CB8AC3E}">
        <p14:creationId xmlns:p14="http://schemas.microsoft.com/office/powerpoint/2010/main" val="2969819634"/>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20</Slides>
  <Notes>4</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Dividend</vt:lpstr>
      <vt:lpstr>STAT 512: Presentation </vt:lpstr>
      <vt:lpstr>Overview</vt:lpstr>
      <vt:lpstr>background</vt:lpstr>
      <vt:lpstr>Research questions</vt:lpstr>
      <vt:lpstr>Data source</vt:lpstr>
      <vt:lpstr>Hypothesis and Variables</vt:lpstr>
      <vt:lpstr>Methodology</vt:lpstr>
      <vt:lpstr>Methodology – elliott Shi</vt:lpstr>
      <vt:lpstr>Results – ELliott Shi</vt:lpstr>
      <vt:lpstr>Methodology – Olivia Harper</vt:lpstr>
      <vt:lpstr>Results – Olivia Harper</vt:lpstr>
      <vt:lpstr>Methodology – Lyndsey Harris</vt:lpstr>
      <vt:lpstr>Results – Lyndsey Harris</vt:lpstr>
      <vt:lpstr>Methodology – Rahmi azzahra</vt:lpstr>
      <vt:lpstr>Results – Rahmi azzahra</vt:lpstr>
      <vt:lpstr>Results – Rahmi azzahra</vt:lpstr>
      <vt:lpstr>Methodology – Full model</vt:lpstr>
      <vt:lpstr>Results – Full model</vt:lpstr>
      <vt:lpstr>Discussion</vt:lpstr>
      <vt:lpstr>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2484</cp:revision>
  <dcterms:created xsi:type="dcterms:W3CDTF">2025-12-08T17:26:45Z</dcterms:created>
  <dcterms:modified xsi:type="dcterms:W3CDTF">2025-12-09T17:10:54Z</dcterms:modified>
</cp:coreProperties>
</file>